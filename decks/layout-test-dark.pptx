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204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1590480" y="0"/>
            <a:ext cx="10601640" cy="6858000"/>
          </a:xfrm>
          <a:custGeom>
            <a:avLst/>
            <a:gdLst/>
            <a:ahLst/>
            <a:rect l="0" t="0" r="r" b="b"/>
            <a:pathLst>
              <a:path w="29449" h="19050">
                <a:moveTo>
                  <a:pt x="0" y="0"/>
                </a:moveTo>
                <a:lnTo>
                  <a:pt x="29449" y="0"/>
                </a:lnTo>
                <a:lnTo>
                  <a:pt x="29449" y="19050"/>
                </a:lnTo>
                <a:lnTo>
                  <a:pt x="1693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2d5c4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1428480" y="0"/>
            <a:ext cx="686160" cy="6858000"/>
          </a:xfrm>
          <a:custGeom>
            <a:avLst/>
            <a:gdLst/>
            <a:ahLst/>
            <a:rect l="0" t="0" r="r" b="b"/>
            <a:pathLst>
              <a:path w="1906" h="19050">
                <a:moveTo>
                  <a:pt x="0" y="0"/>
                </a:moveTo>
                <a:lnTo>
                  <a:pt x="212" y="0"/>
                </a:lnTo>
                <a:lnTo>
                  <a:pt x="1906" y="19050"/>
                </a:lnTo>
                <a:lnTo>
                  <a:pt x="1695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2853720" y="2420640"/>
            <a:ext cx="6499080" cy="754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500" spc="-1" strike="noStrike">
                <a:solidFill>
                  <a:srgbClr val="fffeff"/>
                </a:solidFill>
                <a:latin typeface="RobotoSlab"/>
                <a:ea typeface="RobotoSlab"/>
              </a:rPr>
              <a:t>Woodmark Dark Theme</a:t>
            </a:r>
            <a:endParaRPr b="0" lang="en-US" sz="4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3961800" y="3441960"/>
            <a:ext cx="428004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550" spc="-1" strike="noStrike">
                <a:solidFill>
                  <a:srgbClr val="fffeff"/>
                </a:solidFill>
                <a:latin typeface="RobotoSlab"/>
                <a:ea typeface="RobotoSlab"/>
              </a:rPr>
              <a:t>Same layouts, dark surfaces</a:t>
            </a:r>
            <a:endParaRPr b="0" lang="en-US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6438600"/>
            <a:ext cx="12192120" cy="419400"/>
          </a:xfrm>
          <a:custGeom>
            <a:avLst/>
            <a:gdLst/>
            <a:ahLst/>
            <a:rect l="0" t="0" r="r" b="b"/>
            <a:pathLst>
              <a:path w="33867" h="1165">
                <a:moveTo>
                  <a:pt x="0" y="0"/>
                </a:moveTo>
                <a:lnTo>
                  <a:pt x="33867" y="0"/>
                </a:lnTo>
                <a:lnTo>
                  <a:pt x="3386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204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605680" y="4231080"/>
            <a:ext cx="801072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A mid-green field, ink panels, white text — green accents unchanged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609480" y="6544080"/>
            <a:ext cx="677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eff"/>
                </a:solidFill>
                <a:latin typeface="SourceSans3"/>
                <a:ea typeface="SourceSans3"/>
              </a:rPr>
              <a:t>17.06.2026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11255400" y="0"/>
            <a:ext cx="955440" cy="1028880"/>
          </a:xfrm>
          <a:custGeom>
            <a:avLst/>
            <a:gdLst/>
            <a:ahLst/>
            <a:rect l="0" t="0" r="r" b="b"/>
            <a:pathLst>
              <a:path w="2654" h="2858">
                <a:moveTo>
                  <a:pt x="0" y="0"/>
                </a:moveTo>
                <a:lnTo>
                  <a:pt x="2654" y="0"/>
                </a:lnTo>
                <a:lnTo>
                  <a:pt x="2654" y="2858"/>
                </a:lnTo>
                <a:lnTo>
                  <a:pt x="459" y="2858"/>
                </a:lnTo>
                <a:lnTo>
                  <a:pt x="0" y="0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11584080" y="151920"/>
            <a:ext cx="210240" cy="191880"/>
          </a:xfrm>
          <a:custGeom>
            <a:avLst/>
            <a:gdLst/>
            <a:ahLst/>
            <a:rect l="0" t="0" r="r" b="b"/>
            <a:pathLst>
              <a:path w="584" h="533">
                <a:moveTo>
                  <a:pt x="525" y="0"/>
                </a:moveTo>
                <a:cubicBezTo>
                  <a:pt x="406" y="39"/>
                  <a:pt x="295" y="96"/>
                  <a:pt x="206" y="165"/>
                </a:cubicBezTo>
                <a:cubicBezTo>
                  <a:pt x="107" y="240"/>
                  <a:pt x="40" y="327"/>
                  <a:pt x="9" y="417"/>
                </a:cubicBezTo>
                <a:cubicBezTo>
                  <a:pt x="7" y="423"/>
                  <a:pt x="1" y="452"/>
                  <a:pt x="0" y="461"/>
                </a:cubicBezTo>
                <a:cubicBezTo>
                  <a:pt x="17" y="471"/>
                  <a:pt x="89" y="495"/>
                  <a:pt x="144" y="512"/>
                </a:cubicBezTo>
                <a:cubicBezTo>
                  <a:pt x="174" y="522"/>
                  <a:pt x="195" y="529"/>
                  <a:pt x="208" y="533"/>
                </a:cubicBezTo>
                <a:cubicBezTo>
                  <a:pt x="201" y="432"/>
                  <a:pt x="234" y="331"/>
                  <a:pt x="304" y="242"/>
                </a:cubicBezTo>
                <a:cubicBezTo>
                  <a:pt x="369" y="158"/>
                  <a:pt x="466" y="85"/>
                  <a:pt x="584" y="32"/>
                </a:cubicBezTo>
                <a:cubicBezTo>
                  <a:pt x="566" y="22"/>
                  <a:pt x="538" y="8"/>
                  <a:pt x="5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11691720" y="164880"/>
            <a:ext cx="170280" cy="253800"/>
          </a:xfrm>
          <a:custGeom>
            <a:avLst/>
            <a:gdLst/>
            <a:ahLst/>
            <a:rect l="0" t="0" r="r" b="b"/>
            <a:pathLst>
              <a:path w="473" h="705">
                <a:moveTo>
                  <a:pt x="415" y="0"/>
                </a:moveTo>
                <a:cubicBezTo>
                  <a:pt x="324" y="32"/>
                  <a:pt x="251" y="83"/>
                  <a:pt x="188" y="130"/>
                </a:cubicBezTo>
                <a:cubicBezTo>
                  <a:pt x="114" y="185"/>
                  <a:pt x="61" y="248"/>
                  <a:pt x="30" y="318"/>
                </a:cubicBezTo>
                <a:cubicBezTo>
                  <a:pt x="9" y="365"/>
                  <a:pt x="-1" y="415"/>
                  <a:pt x="0" y="466"/>
                </a:cubicBezTo>
                <a:cubicBezTo>
                  <a:pt x="0" y="515"/>
                  <a:pt x="11" y="562"/>
                  <a:pt x="32" y="609"/>
                </a:cubicBezTo>
                <a:cubicBezTo>
                  <a:pt x="49" y="621"/>
                  <a:pt x="226" y="691"/>
                  <a:pt x="285" y="705"/>
                </a:cubicBezTo>
                <a:cubicBezTo>
                  <a:pt x="234" y="638"/>
                  <a:pt x="201" y="569"/>
                  <a:pt x="186" y="504"/>
                </a:cubicBezTo>
                <a:cubicBezTo>
                  <a:pt x="171" y="441"/>
                  <a:pt x="172" y="379"/>
                  <a:pt x="190" y="320"/>
                </a:cubicBezTo>
                <a:cubicBezTo>
                  <a:pt x="213" y="245"/>
                  <a:pt x="263" y="175"/>
                  <a:pt x="335" y="116"/>
                </a:cubicBezTo>
                <a:cubicBezTo>
                  <a:pt x="374" y="84"/>
                  <a:pt x="419" y="58"/>
                  <a:pt x="473" y="42"/>
                </a:cubicBezTo>
                <a:cubicBezTo>
                  <a:pt x="457" y="35"/>
                  <a:pt x="430" y="8"/>
                  <a:pt x="41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11788560" y="216360"/>
            <a:ext cx="154080" cy="243000"/>
          </a:xfrm>
          <a:custGeom>
            <a:avLst/>
            <a:gdLst/>
            <a:ahLst/>
            <a:rect l="0" t="0" r="r" b="b"/>
            <a:pathLst>
              <a:path w="428" h="675">
                <a:moveTo>
                  <a:pt x="186" y="0"/>
                </a:moveTo>
                <a:cubicBezTo>
                  <a:pt x="184" y="0"/>
                  <a:pt x="177" y="3"/>
                  <a:pt x="163" y="13"/>
                </a:cubicBezTo>
                <a:cubicBezTo>
                  <a:pt x="136" y="31"/>
                  <a:pt x="98" y="62"/>
                  <a:pt x="78" y="85"/>
                </a:cubicBezTo>
                <a:cubicBezTo>
                  <a:pt x="43" y="125"/>
                  <a:pt x="19" y="170"/>
                  <a:pt x="8" y="218"/>
                </a:cubicBezTo>
                <a:cubicBezTo>
                  <a:pt x="-16" y="321"/>
                  <a:pt x="14" y="434"/>
                  <a:pt x="93" y="535"/>
                </a:cubicBezTo>
                <a:cubicBezTo>
                  <a:pt x="135" y="588"/>
                  <a:pt x="170" y="625"/>
                  <a:pt x="215" y="663"/>
                </a:cubicBezTo>
                <a:cubicBezTo>
                  <a:pt x="229" y="666"/>
                  <a:pt x="314" y="670"/>
                  <a:pt x="377" y="673"/>
                </a:cubicBezTo>
                <a:cubicBezTo>
                  <a:pt x="399" y="674"/>
                  <a:pt x="416" y="675"/>
                  <a:pt x="428" y="675"/>
                </a:cubicBezTo>
                <a:cubicBezTo>
                  <a:pt x="360" y="628"/>
                  <a:pt x="302" y="580"/>
                  <a:pt x="267" y="540"/>
                </a:cubicBezTo>
                <a:cubicBezTo>
                  <a:pt x="221" y="489"/>
                  <a:pt x="187" y="434"/>
                  <a:pt x="165" y="377"/>
                </a:cubicBezTo>
                <a:cubicBezTo>
                  <a:pt x="143" y="319"/>
                  <a:pt x="136" y="263"/>
                  <a:pt x="143" y="210"/>
                </a:cubicBezTo>
                <a:cubicBezTo>
                  <a:pt x="152" y="147"/>
                  <a:pt x="182" y="86"/>
                  <a:pt x="231" y="39"/>
                </a:cubicBezTo>
                <a:cubicBezTo>
                  <a:pt x="230" y="39"/>
                  <a:pt x="197" y="3"/>
                  <a:pt x="18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600560" y="6544080"/>
            <a:ext cx="4100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eff"/>
                </a:solidFill>
                <a:latin typeface="SourceSans3"/>
                <a:ea typeface="SourceSans3"/>
              </a:rPr>
              <a:t>Dark Theme Reference · Internal · © Woodmark Consulting GmbH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11551320" y="595080"/>
            <a:ext cx="4914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fff"/>
                </a:solidFill>
                <a:latin typeface="RobotoSlab"/>
                <a:ea typeface="RobotoSlab"/>
              </a:rPr>
              <a:t>Passion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11557080" y="760320"/>
            <a:ext cx="4791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fff"/>
                </a:solidFill>
                <a:latin typeface="RobotoSlab"/>
                <a:ea typeface="RobotoSlab"/>
              </a:rPr>
              <a:t>for data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2d5c4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0" y="0"/>
            <a:ext cx="12192120" cy="1514520"/>
          </a:xfrm>
          <a:custGeom>
            <a:avLst/>
            <a:gdLst/>
            <a:ahLst/>
            <a:rect l="0" t="0" r="r" b="b"/>
            <a:pathLst>
              <a:path w="33867" h="4207">
                <a:moveTo>
                  <a:pt x="0" y="0"/>
                </a:moveTo>
                <a:lnTo>
                  <a:pt x="33867" y="0"/>
                </a:lnTo>
                <a:lnTo>
                  <a:pt x="33867" y="1232"/>
                </a:lnTo>
                <a:lnTo>
                  <a:pt x="0" y="4207"/>
                </a:lnTo>
                <a:lnTo>
                  <a:pt x="0" y="0"/>
                </a:lnTo>
                <a:close/>
              </a:path>
            </a:pathLst>
          </a:custGeom>
          <a:solidFill>
            <a:srgbClr val="204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0" y="510480"/>
            <a:ext cx="12192120" cy="1127880"/>
          </a:xfrm>
          <a:custGeom>
            <a:avLst/>
            <a:gdLst/>
            <a:ahLst/>
            <a:rect l="0" t="0" r="r" b="b"/>
            <a:pathLst>
              <a:path w="33867" h="3133">
                <a:moveTo>
                  <a:pt x="0" y="2975"/>
                </a:moveTo>
                <a:lnTo>
                  <a:pt x="33867" y="0"/>
                </a:lnTo>
                <a:lnTo>
                  <a:pt x="33867" y="159"/>
                </a:lnTo>
                <a:lnTo>
                  <a:pt x="0" y="3133"/>
                </a:lnTo>
                <a:lnTo>
                  <a:pt x="0" y="2975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6" name="" descr=""/>
          <p:cNvPicPr/>
          <p:nvPr/>
        </p:nvPicPr>
        <p:blipFill>
          <a:blip r:embed="rId1"/>
          <a:stretch/>
        </p:blipFill>
        <p:spPr>
          <a:xfrm>
            <a:off x="6381720" y="0"/>
            <a:ext cx="5810040" cy="952200"/>
          </a:xfrm>
          <a:prstGeom prst="rect">
            <a:avLst/>
          </a:prstGeom>
          <a:ln w="0">
            <a:noFill/>
          </a:ln>
        </p:spPr>
      </p:pic>
      <p:sp>
        <p:nvSpPr>
          <p:cNvPr id="27" name=""/>
          <p:cNvSpPr/>
          <p:nvPr/>
        </p:nvSpPr>
        <p:spPr>
          <a:xfrm>
            <a:off x="609480" y="3904920"/>
            <a:ext cx="10744560" cy="619560"/>
          </a:xfrm>
          <a:custGeom>
            <a:avLst/>
            <a:gdLst/>
            <a:ahLst/>
            <a:rect l="0" t="0" r="r" b="b"/>
            <a:pathLst>
              <a:path w="29846" h="1721">
                <a:moveTo>
                  <a:pt x="0" y="0"/>
                </a:moveTo>
                <a:lnTo>
                  <a:pt x="29846" y="0"/>
                </a:lnTo>
                <a:lnTo>
                  <a:pt x="29846" y="1721"/>
                </a:lnTo>
                <a:lnTo>
                  <a:pt x="0" y="1721"/>
                </a:lnTo>
                <a:lnTo>
                  <a:pt x="0" y="0"/>
                </a:lnTo>
                <a:close/>
              </a:path>
            </a:pathLst>
          </a:custGeom>
          <a:solidFill>
            <a:srgbClr val="204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609480" y="3904920"/>
            <a:ext cx="47880" cy="619560"/>
          </a:xfrm>
          <a:custGeom>
            <a:avLst/>
            <a:gdLst/>
            <a:ahLst/>
            <a:rect l="0" t="0" r="r" b="b"/>
            <a:pathLst>
              <a:path w="133" h="1721">
                <a:moveTo>
                  <a:pt x="0" y="0"/>
                </a:moveTo>
                <a:lnTo>
                  <a:pt x="133" y="0"/>
                </a:lnTo>
                <a:lnTo>
                  <a:pt x="133" y="1721"/>
                </a:lnTo>
                <a:lnTo>
                  <a:pt x="0" y="1721"/>
                </a:lnTo>
                <a:lnTo>
                  <a:pt x="0" y="0"/>
                </a:lnTo>
                <a:close/>
              </a:path>
            </a:pathLst>
          </a:custGeom>
          <a:solidFill>
            <a:srgbClr val="e46c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866520" y="22096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6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1495080" y="2124000"/>
            <a:ext cx="2676960" cy="285840"/>
          </a:xfrm>
          <a:custGeom>
            <a:avLst/>
            <a:gdLst/>
            <a:ahLst/>
            <a:rect l="0" t="0" r="r" b="b"/>
            <a:pathLst>
              <a:path w="7436" h="794">
                <a:moveTo>
                  <a:pt x="0" y="689"/>
                </a:moveTo>
                <a:lnTo>
                  <a:pt x="0" y="107"/>
                </a:ln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7330" y="0"/>
                </a:lnTo>
                <a:cubicBezTo>
                  <a:pt x="7344" y="0"/>
                  <a:pt x="7358" y="2"/>
                  <a:pt x="7371" y="8"/>
                </a:cubicBezTo>
                <a:cubicBezTo>
                  <a:pt x="7384" y="13"/>
                  <a:pt x="7395" y="21"/>
                  <a:pt x="7405" y="31"/>
                </a:cubicBezTo>
                <a:cubicBezTo>
                  <a:pt x="7415" y="41"/>
                  <a:pt x="7423" y="53"/>
                  <a:pt x="7428" y="66"/>
                </a:cubicBezTo>
                <a:cubicBezTo>
                  <a:pt x="7434" y="79"/>
                  <a:pt x="7436" y="93"/>
                  <a:pt x="7436" y="107"/>
                </a:cubicBezTo>
                <a:lnTo>
                  <a:pt x="7436" y="689"/>
                </a:lnTo>
                <a:cubicBezTo>
                  <a:pt x="7436" y="703"/>
                  <a:pt x="7434" y="716"/>
                  <a:pt x="7428" y="729"/>
                </a:cubicBezTo>
                <a:cubicBezTo>
                  <a:pt x="7423" y="742"/>
                  <a:pt x="7415" y="754"/>
                  <a:pt x="7405" y="763"/>
                </a:cubicBezTo>
                <a:cubicBezTo>
                  <a:pt x="7395" y="773"/>
                  <a:pt x="7384" y="781"/>
                  <a:pt x="7371" y="786"/>
                </a:cubicBezTo>
                <a:cubicBezTo>
                  <a:pt x="7358" y="792"/>
                  <a:pt x="7344" y="794"/>
                  <a:pt x="7330" y="794"/>
                </a:cubicBezTo>
                <a:lnTo>
                  <a:pt x="106" y="794"/>
                </a:lnTo>
                <a:cubicBezTo>
                  <a:pt x="92" y="794"/>
                  <a:pt x="79" y="792"/>
                  <a:pt x="66" y="786"/>
                </a:cubicBezTo>
                <a:cubicBezTo>
                  <a:pt x="53" y="781"/>
                  <a:pt x="41" y="773"/>
                  <a:pt x="31" y="763"/>
                </a:cubicBezTo>
                <a:cubicBezTo>
                  <a:pt x="22" y="754"/>
                  <a:pt x="14" y="742"/>
                  <a:pt x="9" y="729"/>
                </a:cubicBezTo>
                <a:cubicBezTo>
                  <a:pt x="3" y="716"/>
                  <a:pt x="0" y="703"/>
                  <a:pt x="0" y="689"/>
                </a:cubicBezTo>
                <a:close/>
              </a:path>
            </a:pathLst>
          </a:custGeom>
          <a:solidFill>
            <a:srgbClr val="e7f3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1104840" y="2078280"/>
            <a:ext cx="43056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Set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1564560" y="2149560"/>
            <a:ext cx="25322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60" spc="-1" strike="noStrike">
                <a:solidFill>
                  <a:srgbClr val="204232"/>
                </a:solidFill>
                <a:latin typeface="DejaVuSansMono"/>
                <a:ea typeface="DejaVuSansMono"/>
              </a:rPr>
              <a:t>theme: woodmark-dark</a:t>
            </a:r>
            <a:endParaRPr b="0" lang="en-US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866520" y="26478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6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172040" y="2078280"/>
            <a:ext cx="595800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 </a:t>
            </a:r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once in the front-matter to darken the whole deck.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2676240" y="2552400"/>
            <a:ext cx="914760" cy="295920"/>
          </a:xfrm>
          <a:custGeom>
            <a:avLst/>
            <a:gdLst/>
            <a:ahLst/>
            <a:rect l="0" t="0" r="r" b="b"/>
            <a:pathLst>
              <a:path w="2541" h="822">
                <a:moveTo>
                  <a:pt x="0" y="71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435" y="0"/>
                </a:lnTo>
                <a:cubicBezTo>
                  <a:pt x="2449" y="0"/>
                  <a:pt x="2463" y="3"/>
                  <a:pt x="2476" y="8"/>
                </a:cubicBezTo>
                <a:cubicBezTo>
                  <a:pt x="2489" y="14"/>
                  <a:pt x="2500" y="21"/>
                  <a:pt x="2510" y="31"/>
                </a:cubicBezTo>
                <a:cubicBezTo>
                  <a:pt x="2520" y="41"/>
                  <a:pt x="2528" y="53"/>
                  <a:pt x="2533" y="66"/>
                </a:cubicBezTo>
                <a:cubicBezTo>
                  <a:pt x="2539" y="79"/>
                  <a:pt x="2541" y="92"/>
                  <a:pt x="2541" y="106"/>
                </a:cubicBezTo>
                <a:lnTo>
                  <a:pt x="2541" y="716"/>
                </a:lnTo>
                <a:cubicBezTo>
                  <a:pt x="2541" y="730"/>
                  <a:pt x="2539" y="743"/>
                  <a:pt x="2533" y="756"/>
                </a:cubicBezTo>
                <a:cubicBezTo>
                  <a:pt x="2528" y="769"/>
                  <a:pt x="2520" y="781"/>
                  <a:pt x="2510" y="791"/>
                </a:cubicBezTo>
                <a:cubicBezTo>
                  <a:pt x="2500" y="800"/>
                  <a:pt x="2489" y="808"/>
                  <a:pt x="2476" y="813"/>
                </a:cubicBezTo>
                <a:cubicBezTo>
                  <a:pt x="2463" y="819"/>
                  <a:pt x="2449" y="822"/>
                  <a:pt x="2435" y="822"/>
                </a:cubicBezTo>
                <a:lnTo>
                  <a:pt x="106" y="822"/>
                </a:lnTo>
                <a:cubicBezTo>
                  <a:pt x="92" y="822"/>
                  <a:pt x="79" y="819"/>
                  <a:pt x="66" y="813"/>
                </a:cubicBezTo>
                <a:cubicBezTo>
                  <a:pt x="53" y="808"/>
                  <a:pt x="41" y="800"/>
                  <a:pt x="31" y="791"/>
                </a:cubicBezTo>
                <a:cubicBezTo>
                  <a:pt x="21" y="781"/>
                  <a:pt x="14" y="769"/>
                  <a:pt x="8" y="756"/>
                </a:cubicBezTo>
                <a:cubicBezTo>
                  <a:pt x="3" y="743"/>
                  <a:pt x="0" y="730"/>
                  <a:pt x="0" y="716"/>
                </a:cubicBezTo>
                <a:close/>
              </a:path>
            </a:pathLst>
          </a:custGeom>
          <a:solidFill>
            <a:srgbClr val="e7f3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1104840" y="2516400"/>
            <a:ext cx="179892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Every layout —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2754360" y="2578320"/>
            <a:ext cx="75960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60" spc="-1" strike="noStrike">
                <a:solidFill>
                  <a:srgbClr val="204232"/>
                </a:solidFill>
                <a:latin typeface="DejaVuSansMono"/>
                <a:ea typeface="DejaVuSansMono"/>
              </a:rPr>
              <a:t>banner</a:t>
            </a:r>
            <a:endParaRPr b="0" lang="en-US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3695400" y="2552400"/>
            <a:ext cx="1038600" cy="295920"/>
          </a:xfrm>
          <a:custGeom>
            <a:avLst/>
            <a:gdLst/>
            <a:ahLst/>
            <a:rect l="0" t="0" r="r" b="b"/>
            <a:pathLst>
              <a:path w="2885" h="822">
                <a:moveTo>
                  <a:pt x="0" y="71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779" y="0"/>
                </a:lnTo>
                <a:cubicBezTo>
                  <a:pt x="2793" y="0"/>
                  <a:pt x="2807" y="3"/>
                  <a:pt x="2820" y="8"/>
                </a:cubicBezTo>
                <a:cubicBezTo>
                  <a:pt x="2833" y="14"/>
                  <a:pt x="2844" y="21"/>
                  <a:pt x="2854" y="31"/>
                </a:cubicBezTo>
                <a:cubicBezTo>
                  <a:pt x="2864" y="41"/>
                  <a:pt x="2872" y="53"/>
                  <a:pt x="2877" y="66"/>
                </a:cubicBezTo>
                <a:cubicBezTo>
                  <a:pt x="2883" y="79"/>
                  <a:pt x="2885" y="92"/>
                  <a:pt x="2885" y="106"/>
                </a:cubicBezTo>
                <a:lnTo>
                  <a:pt x="2885" y="716"/>
                </a:lnTo>
                <a:cubicBezTo>
                  <a:pt x="2885" y="730"/>
                  <a:pt x="2883" y="743"/>
                  <a:pt x="2877" y="756"/>
                </a:cubicBezTo>
                <a:cubicBezTo>
                  <a:pt x="2872" y="769"/>
                  <a:pt x="2864" y="781"/>
                  <a:pt x="2854" y="791"/>
                </a:cubicBezTo>
                <a:cubicBezTo>
                  <a:pt x="2844" y="800"/>
                  <a:pt x="2833" y="808"/>
                  <a:pt x="2820" y="813"/>
                </a:cubicBezTo>
                <a:cubicBezTo>
                  <a:pt x="2807" y="819"/>
                  <a:pt x="2793" y="822"/>
                  <a:pt x="2779" y="822"/>
                </a:cubicBezTo>
                <a:lnTo>
                  <a:pt x="106" y="822"/>
                </a:lnTo>
                <a:cubicBezTo>
                  <a:pt x="92" y="822"/>
                  <a:pt x="79" y="819"/>
                  <a:pt x="66" y="813"/>
                </a:cubicBezTo>
                <a:cubicBezTo>
                  <a:pt x="53" y="808"/>
                  <a:pt x="41" y="800"/>
                  <a:pt x="31" y="791"/>
                </a:cubicBezTo>
                <a:cubicBezTo>
                  <a:pt x="21" y="781"/>
                  <a:pt x="14" y="769"/>
                  <a:pt x="8" y="756"/>
                </a:cubicBezTo>
                <a:cubicBezTo>
                  <a:pt x="3" y="743"/>
                  <a:pt x="0" y="730"/>
                  <a:pt x="0" y="716"/>
                </a:cubicBezTo>
                <a:close/>
              </a:path>
            </a:pathLst>
          </a:custGeom>
          <a:solidFill>
            <a:srgbClr val="e7f3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3588120" y="2516400"/>
            <a:ext cx="24732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,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773160" y="2578320"/>
            <a:ext cx="88632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60" spc="-1" strike="noStrike">
                <a:solidFill>
                  <a:srgbClr val="204232"/>
                </a:solidFill>
                <a:latin typeface="DejaVuSansMono"/>
                <a:ea typeface="DejaVuSansMono"/>
              </a:rPr>
              <a:t>sidebar</a:t>
            </a:r>
            <a:endParaRPr b="0" lang="en-US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4848120" y="2552400"/>
            <a:ext cx="781200" cy="295920"/>
          </a:xfrm>
          <a:custGeom>
            <a:avLst/>
            <a:gdLst/>
            <a:ahLst/>
            <a:rect l="0" t="0" r="r" b="b"/>
            <a:pathLst>
              <a:path w="2170" h="822">
                <a:moveTo>
                  <a:pt x="0" y="71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065" y="0"/>
                </a:lnTo>
                <a:cubicBezTo>
                  <a:pt x="2079" y="0"/>
                  <a:pt x="2092" y="3"/>
                  <a:pt x="2105" y="8"/>
                </a:cubicBezTo>
                <a:cubicBezTo>
                  <a:pt x="2118" y="14"/>
                  <a:pt x="2129" y="21"/>
                  <a:pt x="2139" y="31"/>
                </a:cubicBezTo>
                <a:cubicBezTo>
                  <a:pt x="2149" y="41"/>
                  <a:pt x="2157" y="53"/>
                  <a:pt x="2162" y="66"/>
                </a:cubicBezTo>
                <a:cubicBezTo>
                  <a:pt x="2168" y="79"/>
                  <a:pt x="2170" y="92"/>
                  <a:pt x="2170" y="106"/>
                </a:cubicBezTo>
                <a:lnTo>
                  <a:pt x="2170" y="716"/>
                </a:lnTo>
                <a:cubicBezTo>
                  <a:pt x="2170" y="730"/>
                  <a:pt x="2168" y="743"/>
                  <a:pt x="2162" y="756"/>
                </a:cubicBezTo>
                <a:cubicBezTo>
                  <a:pt x="2157" y="769"/>
                  <a:pt x="2149" y="781"/>
                  <a:pt x="2139" y="791"/>
                </a:cubicBezTo>
                <a:cubicBezTo>
                  <a:pt x="2129" y="800"/>
                  <a:pt x="2118" y="808"/>
                  <a:pt x="2105" y="813"/>
                </a:cubicBezTo>
                <a:cubicBezTo>
                  <a:pt x="2092" y="819"/>
                  <a:pt x="2079" y="822"/>
                  <a:pt x="2065" y="822"/>
                </a:cubicBezTo>
                <a:lnTo>
                  <a:pt x="106" y="822"/>
                </a:lnTo>
                <a:cubicBezTo>
                  <a:pt x="92" y="822"/>
                  <a:pt x="78" y="819"/>
                  <a:pt x="65" y="813"/>
                </a:cubicBezTo>
                <a:cubicBezTo>
                  <a:pt x="52" y="808"/>
                  <a:pt x="41" y="800"/>
                  <a:pt x="31" y="791"/>
                </a:cubicBezTo>
                <a:cubicBezTo>
                  <a:pt x="21" y="781"/>
                  <a:pt x="13" y="769"/>
                  <a:pt x="8" y="756"/>
                </a:cubicBezTo>
                <a:cubicBezTo>
                  <a:pt x="2" y="743"/>
                  <a:pt x="0" y="730"/>
                  <a:pt x="0" y="716"/>
                </a:cubicBezTo>
                <a:close/>
              </a:path>
            </a:pathLst>
          </a:custGeom>
          <a:solidFill>
            <a:srgbClr val="e7f3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733640" y="2516400"/>
            <a:ext cx="24732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,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918680" y="2578320"/>
            <a:ext cx="6332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60" spc="-1" strike="noStrike">
                <a:solidFill>
                  <a:srgbClr val="204232"/>
                </a:solidFill>
                <a:latin typeface="DejaVuSansMono"/>
                <a:ea typeface="DejaVuSansMono"/>
              </a:rPr>
              <a:t>steps</a:t>
            </a:r>
            <a:endParaRPr b="0" lang="en-US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5733720" y="2552400"/>
            <a:ext cx="1296000" cy="295920"/>
          </a:xfrm>
          <a:custGeom>
            <a:avLst/>
            <a:gdLst/>
            <a:ahLst/>
            <a:rect l="0" t="0" r="r" b="b"/>
            <a:pathLst>
              <a:path w="3600" h="822">
                <a:moveTo>
                  <a:pt x="0" y="71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494" y="0"/>
                </a:lnTo>
                <a:cubicBezTo>
                  <a:pt x="3508" y="0"/>
                  <a:pt x="3521" y="3"/>
                  <a:pt x="3534" y="8"/>
                </a:cubicBezTo>
                <a:cubicBezTo>
                  <a:pt x="3547" y="14"/>
                  <a:pt x="3559" y="21"/>
                  <a:pt x="3569" y="31"/>
                </a:cubicBezTo>
                <a:cubicBezTo>
                  <a:pt x="3579" y="41"/>
                  <a:pt x="3586" y="53"/>
                  <a:pt x="3592" y="66"/>
                </a:cubicBezTo>
                <a:cubicBezTo>
                  <a:pt x="3597" y="79"/>
                  <a:pt x="3600" y="92"/>
                  <a:pt x="3600" y="106"/>
                </a:cubicBezTo>
                <a:lnTo>
                  <a:pt x="3600" y="716"/>
                </a:lnTo>
                <a:cubicBezTo>
                  <a:pt x="3600" y="730"/>
                  <a:pt x="3597" y="743"/>
                  <a:pt x="3592" y="756"/>
                </a:cubicBezTo>
                <a:cubicBezTo>
                  <a:pt x="3586" y="769"/>
                  <a:pt x="3579" y="781"/>
                  <a:pt x="3569" y="791"/>
                </a:cubicBezTo>
                <a:cubicBezTo>
                  <a:pt x="3559" y="800"/>
                  <a:pt x="3547" y="808"/>
                  <a:pt x="3534" y="813"/>
                </a:cubicBezTo>
                <a:cubicBezTo>
                  <a:pt x="3521" y="819"/>
                  <a:pt x="3508" y="822"/>
                  <a:pt x="3494" y="822"/>
                </a:cubicBezTo>
                <a:lnTo>
                  <a:pt x="106" y="822"/>
                </a:lnTo>
                <a:cubicBezTo>
                  <a:pt x="92" y="822"/>
                  <a:pt x="79" y="819"/>
                  <a:pt x="66" y="813"/>
                </a:cubicBezTo>
                <a:cubicBezTo>
                  <a:pt x="53" y="808"/>
                  <a:pt x="41" y="800"/>
                  <a:pt x="31" y="791"/>
                </a:cubicBezTo>
                <a:cubicBezTo>
                  <a:pt x="21" y="781"/>
                  <a:pt x="14" y="769"/>
                  <a:pt x="8" y="756"/>
                </a:cubicBezTo>
                <a:cubicBezTo>
                  <a:pt x="3" y="743"/>
                  <a:pt x="0" y="730"/>
                  <a:pt x="0" y="716"/>
                </a:cubicBezTo>
                <a:close/>
              </a:path>
            </a:pathLst>
          </a:custGeom>
          <a:solidFill>
            <a:srgbClr val="e7f3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626080" y="2516400"/>
            <a:ext cx="24732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,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5811120" y="2578320"/>
            <a:ext cx="11390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60" spc="-1" strike="noStrike">
                <a:solidFill>
                  <a:srgbClr val="204232"/>
                </a:solidFill>
                <a:latin typeface="DejaVuSansMono"/>
                <a:ea typeface="DejaVuSansMono"/>
              </a:rPr>
              <a:t>statement</a:t>
            </a:r>
            <a:endParaRPr b="0" lang="en-US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7134120" y="2552400"/>
            <a:ext cx="657360" cy="295920"/>
          </a:xfrm>
          <a:custGeom>
            <a:avLst/>
            <a:gdLst/>
            <a:ahLst/>
            <a:rect l="0" t="0" r="r" b="b"/>
            <a:pathLst>
              <a:path w="1826" h="822">
                <a:moveTo>
                  <a:pt x="0" y="71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721" y="0"/>
                </a:lnTo>
                <a:cubicBezTo>
                  <a:pt x="1735" y="0"/>
                  <a:pt x="1748" y="3"/>
                  <a:pt x="1761" y="8"/>
                </a:cubicBezTo>
                <a:cubicBezTo>
                  <a:pt x="1774" y="14"/>
                  <a:pt x="1785" y="21"/>
                  <a:pt x="1795" y="31"/>
                </a:cubicBezTo>
                <a:cubicBezTo>
                  <a:pt x="1805" y="41"/>
                  <a:pt x="1813" y="53"/>
                  <a:pt x="1818" y="66"/>
                </a:cubicBezTo>
                <a:cubicBezTo>
                  <a:pt x="1824" y="79"/>
                  <a:pt x="1826" y="92"/>
                  <a:pt x="1826" y="106"/>
                </a:cubicBezTo>
                <a:lnTo>
                  <a:pt x="1826" y="716"/>
                </a:lnTo>
                <a:cubicBezTo>
                  <a:pt x="1826" y="730"/>
                  <a:pt x="1824" y="743"/>
                  <a:pt x="1818" y="756"/>
                </a:cubicBezTo>
                <a:cubicBezTo>
                  <a:pt x="1813" y="769"/>
                  <a:pt x="1805" y="781"/>
                  <a:pt x="1795" y="791"/>
                </a:cubicBezTo>
                <a:cubicBezTo>
                  <a:pt x="1785" y="800"/>
                  <a:pt x="1774" y="808"/>
                  <a:pt x="1761" y="813"/>
                </a:cubicBezTo>
                <a:cubicBezTo>
                  <a:pt x="1748" y="819"/>
                  <a:pt x="1735" y="822"/>
                  <a:pt x="1721" y="822"/>
                </a:cubicBezTo>
                <a:lnTo>
                  <a:pt x="106" y="822"/>
                </a:lnTo>
                <a:cubicBezTo>
                  <a:pt x="92" y="822"/>
                  <a:pt x="78" y="819"/>
                  <a:pt x="65" y="813"/>
                </a:cubicBezTo>
                <a:cubicBezTo>
                  <a:pt x="52" y="808"/>
                  <a:pt x="41" y="800"/>
                  <a:pt x="31" y="791"/>
                </a:cubicBezTo>
                <a:cubicBezTo>
                  <a:pt x="21" y="781"/>
                  <a:pt x="13" y="769"/>
                  <a:pt x="8" y="756"/>
                </a:cubicBezTo>
                <a:cubicBezTo>
                  <a:pt x="2" y="743"/>
                  <a:pt x="0" y="730"/>
                  <a:pt x="0" y="716"/>
                </a:cubicBezTo>
                <a:close/>
              </a:path>
            </a:pathLst>
          </a:custGeom>
          <a:solidFill>
            <a:srgbClr val="e7f3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7025040" y="2516400"/>
            <a:ext cx="24732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,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7210080" y="2578320"/>
            <a:ext cx="50652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60" spc="-1" strike="noStrike">
                <a:solidFill>
                  <a:srgbClr val="204232"/>
                </a:solidFill>
                <a:latin typeface="DejaVuSansMono"/>
                <a:ea typeface="DejaVuSansMono"/>
              </a:rPr>
              <a:t>lead</a:t>
            </a:r>
            <a:endParaRPr b="0" lang="en-US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866520" y="30765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4"/>
                  <a:pt x="236" y="151"/>
                  <a:pt x="230" y="165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4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8"/>
                  <a:pt x="24" y="46"/>
                  <a:pt x="35" y="34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4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0" y="15"/>
                  <a:pt x="193" y="23"/>
                  <a:pt x="204" y="34"/>
                </a:cubicBezTo>
                <a:cubicBezTo>
                  <a:pt x="216" y="46"/>
                  <a:pt x="224" y="58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7790400" y="2516400"/>
            <a:ext cx="123516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 — </a:t>
            </a:r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adapts.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6419520" y="2990520"/>
            <a:ext cx="1543680" cy="286200"/>
          </a:xfrm>
          <a:custGeom>
            <a:avLst/>
            <a:gdLst/>
            <a:ahLst/>
            <a:rect l="0" t="0" r="r" b="b"/>
            <a:pathLst>
              <a:path w="4288" h="795">
                <a:moveTo>
                  <a:pt x="0" y="689"/>
                </a:moveTo>
                <a:lnTo>
                  <a:pt x="0" y="107"/>
                </a:ln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182" y="0"/>
                </a:lnTo>
                <a:cubicBezTo>
                  <a:pt x="4196" y="0"/>
                  <a:pt x="4209" y="3"/>
                  <a:pt x="4222" y="8"/>
                </a:cubicBezTo>
                <a:cubicBezTo>
                  <a:pt x="4235" y="14"/>
                  <a:pt x="4247" y="22"/>
                  <a:pt x="4257" y="32"/>
                </a:cubicBezTo>
                <a:cubicBezTo>
                  <a:pt x="4267" y="42"/>
                  <a:pt x="4274" y="54"/>
                  <a:pt x="4280" y="67"/>
                </a:cubicBezTo>
                <a:cubicBezTo>
                  <a:pt x="4285" y="80"/>
                  <a:pt x="4288" y="93"/>
                  <a:pt x="4288" y="107"/>
                </a:cubicBezTo>
                <a:lnTo>
                  <a:pt x="4288" y="689"/>
                </a:lnTo>
                <a:cubicBezTo>
                  <a:pt x="4288" y="703"/>
                  <a:pt x="4285" y="717"/>
                  <a:pt x="4280" y="730"/>
                </a:cubicBezTo>
                <a:cubicBezTo>
                  <a:pt x="4274" y="743"/>
                  <a:pt x="4267" y="754"/>
                  <a:pt x="4257" y="764"/>
                </a:cubicBezTo>
                <a:cubicBezTo>
                  <a:pt x="4247" y="774"/>
                  <a:pt x="4235" y="782"/>
                  <a:pt x="4222" y="787"/>
                </a:cubicBezTo>
                <a:cubicBezTo>
                  <a:pt x="4209" y="792"/>
                  <a:pt x="4196" y="795"/>
                  <a:pt x="4182" y="795"/>
                </a:cubicBezTo>
                <a:lnTo>
                  <a:pt x="106" y="795"/>
                </a:lnTo>
                <a:cubicBezTo>
                  <a:pt x="92" y="795"/>
                  <a:pt x="79" y="792"/>
                  <a:pt x="66" y="787"/>
                </a:cubicBezTo>
                <a:cubicBezTo>
                  <a:pt x="53" y="782"/>
                  <a:pt x="41" y="774"/>
                  <a:pt x="31" y="764"/>
                </a:cubicBezTo>
                <a:cubicBezTo>
                  <a:pt x="21" y="754"/>
                  <a:pt x="14" y="743"/>
                  <a:pt x="8" y="730"/>
                </a:cubicBezTo>
                <a:cubicBezTo>
                  <a:pt x="3" y="717"/>
                  <a:pt x="0" y="703"/>
                  <a:pt x="0" y="689"/>
                </a:cubicBezTo>
                <a:close/>
              </a:path>
            </a:pathLst>
          </a:custGeom>
          <a:solidFill>
            <a:srgbClr val="e7f3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104840" y="2945160"/>
            <a:ext cx="595944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Inline styles still work: </a:t>
            </a:r>
            <a:r>
              <a:rPr b="1" lang="en-US" sz="1950" spc="-1" strike="noStrike">
                <a:solidFill>
                  <a:srgbClr val="009b3e"/>
                </a:solidFill>
                <a:latin typeface="SourceSans3"/>
                <a:ea typeface="SourceSans3"/>
              </a:rPr>
              <a:t>bold accent</a:t>
            </a:r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, </a:t>
            </a:r>
            <a:r>
              <a:rPr b="0" i="1" lang="en-US" sz="1950" spc="-1" strike="noStrike">
                <a:solidFill>
                  <a:srgbClr val="e7f3e8"/>
                </a:solidFill>
                <a:latin typeface="SourceSans3ExtraLight"/>
                <a:ea typeface="SourceSans3ExtraLight"/>
              </a:rPr>
              <a:t>italic emphasis</a:t>
            </a:r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,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6495480" y="3016440"/>
            <a:ext cx="139212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60" spc="-1" strike="noStrike">
                <a:solidFill>
                  <a:srgbClr val="204232"/>
                </a:solidFill>
                <a:latin typeface="DejaVuSansMono"/>
                <a:ea typeface="DejaVuSansMono"/>
              </a:rPr>
              <a:t>inline code</a:t>
            </a:r>
            <a:endParaRPr b="0" lang="en-US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866520" y="35146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4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4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0" y="15"/>
                  <a:pt x="193" y="23"/>
                  <a:pt x="204" y="34"/>
                </a:cubicBezTo>
                <a:cubicBezTo>
                  <a:pt x="216" y="46"/>
                  <a:pt x="224" y="59"/>
                  <a:pt x="230" y="73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7963200" y="2945160"/>
            <a:ext cx="24732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104840" y="3383280"/>
            <a:ext cx="690588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Diagrams follow automatically from the same front-matter.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905040" y="4030920"/>
            <a:ext cx="701568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Blockquotes invert too: ink panel, orange border, white text.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609480" y="622800"/>
            <a:ext cx="418248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550" spc="-1" strike="noStrike">
                <a:solidFill>
                  <a:srgbClr val="fffeff"/>
                </a:solidFill>
                <a:latin typeface="RobotoSlab"/>
                <a:ea typeface="RobotoSlab"/>
              </a:rPr>
              <a:t>How the dark theme works</a:t>
            </a:r>
            <a:endParaRPr b="0" lang="en-US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0" y="6438600"/>
            <a:ext cx="12192120" cy="419400"/>
          </a:xfrm>
          <a:custGeom>
            <a:avLst/>
            <a:gdLst/>
            <a:ahLst/>
            <a:rect l="0" t="0" r="r" b="b"/>
            <a:pathLst>
              <a:path w="33867" h="1165">
                <a:moveTo>
                  <a:pt x="0" y="0"/>
                </a:moveTo>
                <a:lnTo>
                  <a:pt x="33867" y="0"/>
                </a:lnTo>
                <a:lnTo>
                  <a:pt x="3386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204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609480" y="228240"/>
            <a:ext cx="37756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30" spc="-1" strike="noStrike">
                <a:solidFill>
                  <a:srgbClr val="e7f3e8"/>
                </a:solidFill>
                <a:latin typeface="SourceSans3"/>
                <a:ea typeface="SourceSans3"/>
              </a:rPr>
              <a:t>W O O D M A R K   M A R P   T E M P L A T E   —   D A R K</a:t>
            </a:r>
            <a:endParaRPr b="0" lang="en-US" sz="1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609480" y="6544080"/>
            <a:ext cx="677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eff"/>
                </a:solidFill>
                <a:latin typeface="SourceSans3"/>
                <a:ea typeface="SourceSans3"/>
              </a:rPr>
              <a:t>17.06.2026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600560" y="6544080"/>
            <a:ext cx="4100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eff"/>
                </a:solidFill>
                <a:latin typeface="SourceSans3"/>
                <a:ea typeface="SourceSans3"/>
              </a:rPr>
              <a:t>Dark Theme Reference · Internal · © Woodmark Consulting GmbH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11255400" y="0"/>
            <a:ext cx="955440" cy="1028880"/>
          </a:xfrm>
          <a:custGeom>
            <a:avLst/>
            <a:gdLst/>
            <a:ahLst/>
            <a:rect l="0" t="0" r="r" b="b"/>
            <a:pathLst>
              <a:path w="2654" h="2858">
                <a:moveTo>
                  <a:pt x="0" y="0"/>
                </a:moveTo>
                <a:lnTo>
                  <a:pt x="2654" y="0"/>
                </a:lnTo>
                <a:lnTo>
                  <a:pt x="2654" y="2858"/>
                </a:lnTo>
                <a:lnTo>
                  <a:pt x="459" y="2858"/>
                </a:lnTo>
                <a:lnTo>
                  <a:pt x="0" y="0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11584080" y="151920"/>
            <a:ext cx="210240" cy="191880"/>
          </a:xfrm>
          <a:custGeom>
            <a:avLst/>
            <a:gdLst/>
            <a:ahLst/>
            <a:rect l="0" t="0" r="r" b="b"/>
            <a:pathLst>
              <a:path w="584" h="533">
                <a:moveTo>
                  <a:pt x="525" y="0"/>
                </a:moveTo>
                <a:cubicBezTo>
                  <a:pt x="406" y="39"/>
                  <a:pt x="295" y="96"/>
                  <a:pt x="206" y="165"/>
                </a:cubicBezTo>
                <a:cubicBezTo>
                  <a:pt x="107" y="240"/>
                  <a:pt x="40" y="327"/>
                  <a:pt x="9" y="417"/>
                </a:cubicBezTo>
                <a:cubicBezTo>
                  <a:pt x="7" y="423"/>
                  <a:pt x="1" y="452"/>
                  <a:pt x="0" y="461"/>
                </a:cubicBezTo>
                <a:cubicBezTo>
                  <a:pt x="17" y="471"/>
                  <a:pt x="89" y="495"/>
                  <a:pt x="144" y="512"/>
                </a:cubicBezTo>
                <a:cubicBezTo>
                  <a:pt x="174" y="522"/>
                  <a:pt x="195" y="529"/>
                  <a:pt x="208" y="533"/>
                </a:cubicBezTo>
                <a:cubicBezTo>
                  <a:pt x="201" y="432"/>
                  <a:pt x="234" y="331"/>
                  <a:pt x="304" y="242"/>
                </a:cubicBezTo>
                <a:cubicBezTo>
                  <a:pt x="369" y="158"/>
                  <a:pt x="466" y="85"/>
                  <a:pt x="584" y="32"/>
                </a:cubicBezTo>
                <a:cubicBezTo>
                  <a:pt x="566" y="22"/>
                  <a:pt x="538" y="8"/>
                  <a:pt x="5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11691720" y="164880"/>
            <a:ext cx="170280" cy="253800"/>
          </a:xfrm>
          <a:custGeom>
            <a:avLst/>
            <a:gdLst/>
            <a:ahLst/>
            <a:rect l="0" t="0" r="r" b="b"/>
            <a:pathLst>
              <a:path w="473" h="705">
                <a:moveTo>
                  <a:pt x="415" y="0"/>
                </a:moveTo>
                <a:cubicBezTo>
                  <a:pt x="324" y="32"/>
                  <a:pt x="251" y="83"/>
                  <a:pt x="188" y="130"/>
                </a:cubicBezTo>
                <a:cubicBezTo>
                  <a:pt x="114" y="185"/>
                  <a:pt x="61" y="248"/>
                  <a:pt x="30" y="318"/>
                </a:cubicBezTo>
                <a:cubicBezTo>
                  <a:pt x="9" y="365"/>
                  <a:pt x="-1" y="415"/>
                  <a:pt x="0" y="466"/>
                </a:cubicBezTo>
                <a:cubicBezTo>
                  <a:pt x="0" y="515"/>
                  <a:pt x="11" y="562"/>
                  <a:pt x="32" y="609"/>
                </a:cubicBezTo>
                <a:cubicBezTo>
                  <a:pt x="49" y="621"/>
                  <a:pt x="226" y="691"/>
                  <a:pt x="285" y="705"/>
                </a:cubicBezTo>
                <a:cubicBezTo>
                  <a:pt x="234" y="638"/>
                  <a:pt x="201" y="569"/>
                  <a:pt x="186" y="504"/>
                </a:cubicBezTo>
                <a:cubicBezTo>
                  <a:pt x="171" y="441"/>
                  <a:pt x="172" y="379"/>
                  <a:pt x="190" y="320"/>
                </a:cubicBezTo>
                <a:cubicBezTo>
                  <a:pt x="213" y="245"/>
                  <a:pt x="263" y="175"/>
                  <a:pt x="335" y="116"/>
                </a:cubicBezTo>
                <a:cubicBezTo>
                  <a:pt x="374" y="84"/>
                  <a:pt x="419" y="58"/>
                  <a:pt x="473" y="42"/>
                </a:cubicBezTo>
                <a:cubicBezTo>
                  <a:pt x="457" y="35"/>
                  <a:pt x="430" y="8"/>
                  <a:pt x="41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1788560" y="216360"/>
            <a:ext cx="154080" cy="243000"/>
          </a:xfrm>
          <a:custGeom>
            <a:avLst/>
            <a:gdLst/>
            <a:ahLst/>
            <a:rect l="0" t="0" r="r" b="b"/>
            <a:pathLst>
              <a:path w="428" h="675">
                <a:moveTo>
                  <a:pt x="186" y="0"/>
                </a:moveTo>
                <a:cubicBezTo>
                  <a:pt x="184" y="0"/>
                  <a:pt x="177" y="3"/>
                  <a:pt x="163" y="13"/>
                </a:cubicBezTo>
                <a:cubicBezTo>
                  <a:pt x="136" y="31"/>
                  <a:pt x="98" y="62"/>
                  <a:pt x="78" y="85"/>
                </a:cubicBezTo>
                <a:cubicBezTo>
                  <a:pt x="43" y="125"/>
                  <a:pt x="19" y="170"/>
                  <a:pt x="8" y="218"/>
                </a:cubicBezTo>
                <a:cubicBezTo>
                  <a:pt x="-16" y="321"/>
                  <a:pt x="14" y="434"/>
                  <a:pt x="93" y="535"/>
                </a:cubicBezTo>
                <a:cubicBezTo>
                  <a:pt x="135" y="588"/>
                  <a:pt x="170" y="625"/>
                  <a:pt x="215" y="663"/>
                </a:cubicBezTo>
                <a:cubicBezTo>
                  <a:pt x="229" y="666"/>
                  <a:pt x="314" y="670"/>
                  <a:pt x="377" y="673"/>
                </a:cubicBezTo>
                <a:cubicBezTo>
                  <a:pt x="399" y="674"/>
                  <a:pt x="416" y="675"/>
                  <a:pt x="428" y="675"/>
                </a:cubicBezTo>
                <a:cubicBezTo>
                  <a:pt x="360" y="628"/>
                  <a:pt x="302" y="580"/>
                  <a:pt x="267" y="540"/>
                </a:cubicBezTo>
                <a:cubicBezTo>
                  <a:pt x="221" y="489"/>
                  <a:pt x="187" y="434"/>
                  <a:pt x="165" y="377"/>
                </a:cubicBezTo>
                <a:cubicBezTo>
                  <a:pt x="143" y="319"/>
                  <a:pt x="136" y="263"/>
                  <a:pt x="143" y="210"/>
                </a:cubicBezTo>
                <a:cubicBezTo>
                  <a:pt x="152" y="147"/>
                  <a:pt x="182" y="86"/>
                  <a:pt x="231" y="39"/>
                </a:cubicBezTo>
                <a:cubicBezTo>
                  <a:pt x="230" y="39"/>
                  <a:pt x="197" y="3"/>
                  <a:pt x="18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1782800" y="6544080"/>
            <a:ext cx="132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eff"/>
                </a:solidFill>
                <a:latin typeface="SourceSans3"/>
                <a:ea typeface="SourceSans3"/>
              </a:rPr>
              <a:t>2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1551320" y="595080"/>
            <a:ext cx="4914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fff"/>
                </a:solidFill>
                <a:latin typeface="RobotoSlab"/>
                <a:ea typeface="RobotoSlab"/>
              </a:rPr>
              <a:t>Passion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1557080" y="760320"/>
            <a:ext cx="4791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fff"/>
                </a:solidFill>
                <a:latin typeface="RobotoSlab"/>
                <a:ea typeface="RobotoSlab"/>
              </a:rPr>
              <a:t>for data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2d5c4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618840" y="2333520"/>
            <a:ext cx="1267200" cy="438480"/>
          </a:xfrm>
          <a:custGeom>
            <a:avLst/>
            <a:gdLst/>
            <a:ahLst/>
            <a:rect l="0" t="0" r="r" b="b"/>
            <a:pathLst>
              <a:path w="3520" h="1218">
                <a:moveTo>
                  <a:pt x="0" y="0"/>
                </a:moveTo>
                <a:lnTo>
                  <a:pt x="3520" y="0"/>
                </a:lnTo>
                <a:lnTo>
                  <a:pt x="352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1885680" y="2333520"/>
            <a:ext cx="2819880" cy="438480"/>
          </a:xfrm>
          <a:custGeom>
            <a:avLst/>
            <a:gdLst/>
            <a:ahLst/>
            <a:rect l="0" t="0" r="r" b="b"/>
            <a:pathLst>
              <a:path w="7833" h="1218">
                <a:moveTo>
                  <a:pt x="0" y="0"/>
                </a:moveTo>
                <a:lnTo>
                  <a:pt x="7833" y="0"/>
                </a:lnTo>
                <a:lnTo>
                  <a:pt x="7833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618840" y="2333520"/>
            <a:ext cx="1267200" cy="438480"/>
          </a:xfrm>
          <a:custGeom>
            <a:avLst/>
            <a:gdLst/>
            <a:ahLst/>
            <a:rect l="0" t="0" r="r" b="b"/>
            <a:pathLst>
              <a:path w="3520" h="1218">
                <a:moveTo>
                  <a:pt x="0" y="0"/>
                </a:moveTo>
                <a:lnTo>
                  <a:pt x="3520" y="0"/>
                </a:lnTo>
                <a:lnTo>
                  <a:pt x="352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1885680" y="2333520"/>
            <a:ext cx="2819880" cy="438480"/>
          </a:xfrm>
          <a:custGeom>
            <a:avLst/>
            <a:gdLst/>
            <a:ahLst/>
            <a:rect l="0" t="0" r="r" b="b"/>
            <a:pathLst>
              <a:path w="7833" h="1218">
                <a:moveTo>
                  <a:pt x="0" y="0"/>
                </a:moveTo>
                <a:lnTo>
                  <a:pt x="7833" y="0"/>
                </a:lnTo>
                <a:lnTo>
                  <a:pt x="7833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618840" y="2771640"/>
            <a:ext cx="1267200" cy="438480"/>
          </a:xfrm>
          <a:custGeom>
            <a:avLst/>
            <a:gdLst/>
            <a:ahLst/>
            <a:rect l="0" t="0" r="r" b="b"/>
            <a:pathLst>
              <a:path w="3520" h="1218">
                <a:moveTo>
                  <a:pt x="0" y="0"/>
                </a:moveTo>
                <a:lnTo>
                  <a:pt x="3520" y="0"/>
                </a:lnTo>
                <a:lnTo>
                  <a:pt x="352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2d5c4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1885680" y="2771640"/>
            <a:ext cx="2819880" cy="438480"/>
          </a:xfrm>
          <a:custGeom>
            <a:avLst/>
            <a:gdLst/>
            <a:ahLst/>
            <a:rect l="0" t="0" r="r" b="b"/>
            <a:pathLst>
              <a:path w="7833" h="1218">
                <a:moveTo>
                  <a:pt x="0" y="0"/>
                </a:moveTo>
                <a:lnTo>
                  <a:pt x="7833" y="0"/>
                </a:lnTo>
                <a:lnTo>
                  <a:pt x="7833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2d5c4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618840" y="3209760"/>
            <a:ext cx="1267200" cy="438480"/>
          </a:xfrm>
          <a:custGeom>
            <a:avLst/>
            <a:gdLst/>
            <a:ahLst/>
            <a:rect l="0" t="0" r="r" b="b"/>
            <a:pathLst>
              <a:path w="3520" h="1218">
                <a:moveTo>
                  <a:pt x="0" y="0"/>
                </a:moveTo>
                <a:lnTo>
                  <a:pt x="3520" y="0"/>
                </a:lnTo>
                <a:lnTo>
                  <a:pt x="352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204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1885680" y="3209760"/>
            <a:ext cx="2819880" cy="438480"/>
          </a:xfrm>
          <a:custGeom>
            <a:avLst/>
            <a:gdLst/>
            <a:ahLst/>
            <a:rect l="0" t="0" r="r" b="b"/>
            <a:pathLst>
              <a:path w="7833" h="1218">
                <a:moveTo>
                  <a:pt x="0" y="0"/>
                </a:moveTo>
                <a:lnTo>
                  <a:pt x="7833" y="0"/>
                </a:lnTo>
                <a:lnTo>
                  <a:pt x="7833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204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609480" y="232380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609480" y="2323800"/>
            <a:ext cx="1276560" cy="10080"/>
          </a:xfrm>
          <a:custGeom>
            <a:avLst/>
            <a:gdLst/>
            <a:ahLst/>
            <a:rect l="0" t="0" r="r" b="b"/>
            <a:pathLst>
              <a:path w="3546" h="28">
                <a:moveTo>
                  <a:pt x="0" y="0"/>
                </a:moveTo>
                <a:lnTo>
                  <a:pt x="3546" y="0"/>
                </a:lnTo>
                <a:lnTo>
                  <a:pt x="35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1876320" y="232380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1885680" y="2323800"/>
            <a:ext cx="2829240" cy="10080"/>
          </a:xfrm>
          <a:custGeom>
            <a:avLst/>
            <a:gdLst/>
            <a:ahLst/>
            <a:rect l="0" t="0" r="r" b="b"/>
            <a:pathLst>
              <a:path w="7859" h="28">
                <a:moveTo>
                  <a:pt x="0" y="0"/>
                </a:moveTo>
                <a:lnTo>
                  <a:pt x="7859" y="0"/>
                </a:lnTo>
                <a:lnTo>
                  <a:pt x="78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4705200" y="232380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609480" y="2761920"/>
            <a:ext cx="1276560" cy="10080"/>
          </a:xfrm>
          <a:custGeom>
            <a:avLst/>
            <a:gdLst/>
            <a:ahLst/>
            <a:rect l="0" t="0" r="r" b="b"/>
            <a:pathLst>
              <a:path w="3546" h="28">
                <a:moveTo>
                  <a:pt x="0" y="0"/>
                </a:moveTo>
                <a:lnTo>
                  <a:pt x="3546" y="0"/>
                </a:lnTo>
                <a:lnTo>
                  <a:pt x="35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1885680" y="2761920"/>
            <a:ext cx="2829240" cy="10080"/>
          </a:xfrm>
          <a:custGeom>
            <a:avLst/>
            <a:gdLst/>
            <a:ahLst/>
            <a:rect l="0" t="0" r="r" b="b"/>
            <a:pathLst>
              <a:path w="7859" h="28">
                <a:moveTo>
                  <a:pt x="0" y="0"/>
                </a:moveTo>
                <a:lnTo>
                  <a:pt x="7859" y="0"/>
                </a:lnTo>
                <a:lnTo>
                  <a:pt x="78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609480" y="27716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1876320" y="27716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4705200" y="27716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609480" y="32097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609480" y="3200040"/>
            <a:ext cx="1276560" cy="10080"/>
          </a:xfrm>
          <a:custGeom>
            <a:avLst/>
            <a:gdLst/>
            <a:ahLst/>
            <a:rect l="0" t="0" r="r" b="b"/>
            <a:pathLst>
              <a:path w="3546" h="28">
                <a:moveTo>
                  <a:pt x="0" y="0"/>
                </a:moveTo>
                <a:lnTo>
                  <a:pt x="3546" y="0"/>
                </a:lnTo>
                <a:lnTo>
                  <a:pt x="35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1876320" y="32097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1885680" y="3200040"/>
            <a:ext cx="2829240" cy="10080"/>
          </a:xfrm>
          <a:custGeom>
            <a:avLst/>
            <a:gdLst/>
            <a:ahLst/>
            <a:rect l="0" t="0" r="r" b="b"/>
            <a:pathLst>
              <a:path w="7859" h="28">
                <a:moveTo>
                  <a:pt x="0" y="0"/>
                </a:moveTo>
                <a:lnTo>
                  <a:pt x="7859" y="0"/>
                </a:lnTo>
                <a:lnTo>
                  <a:pt x="78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4705200" y="32097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609480" y="3638520"/>
            <a:ext cx="1276560" cy="9720"/>
          </a:xfrm>
          <a:custGeom>
            <a:avLst/>
            <a:gdLst/>
            <a:ahLst/>
            <a:rect l="0" t="0" r="r" b="b"/>
            <a:pathLst>
              <a:path w="3546" h="27">
                <a:moveTo>
                  <a:pt x="0" y="0"/>
                </a:moveTo>
                <a:lnTo>
                  <a:pt x="3546" y="0"/>
                </a:lnTo>
                <a:lnTo>
                  <a:pt x="35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1885680" y="3638520"/>
            <a:ext cx="2829240" cy="9720"/>
          </a:xfrm>
          <a:custGeom>
            <a:avLst/>
            <a:gdLst/>
            <a:ahLst/>
            <a:rect l="0" t="0" r="r" b="b"/>
            <a:pathLst>
              <a:path w="7859" h="27">
                <a:moveTo>
                  <a:pt x="0" y="0"/>
                </a:moveTo>
                <a:lnTo>
                  <a:pt x="7859" y="0"/>
                </a:lnTo>
                <a:lnTo>
                  <a:pt x="78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628560" y="3805200"/>
            <a:ext cx="10720800" cy="933840"/>
          </a:xfrm>
          <a:custGeom>
            <a:avLst/>
            <a:gdLst/>
            <a:ahLst/>
            <a:rect l="0" t="0" r="r" b="b"/>
            <a:pathLst>
              <a:path w="29780" h="2594">
                <a:moveTo>
                  <a:pt x="0" y="2448"/>
                </a:moveTo>
                <a:lnTo>
                  <a:pt x="0" y="145"/>
                </a:lnTo>
                <a:cubicBezTo>
                  <a:pt x="0" y="126"/>
                  <a:pt x="2" y="107"/>
                  <a:pt x="8" y="89"/>
                </a:cubicBezTo>
                <a:cubicBezTo>
                  <a:pt x="13" y="72"/>
                  <a:pt x="21" y="56"/>
                  <a:pt x="31" y="42"/>
                </a:cubicBezTo>
                <a:cubicBezTo>
                  <a:pt x="41" y="29"/>
                  <a:pt x="52" y="18"/>
                  <a:pt x="65" y="11"/>
                </a:cubicBezTo>
                <a:cubicBezTo>
                  <a:pt x="78" y="3"/>
                  <a:pt x="92" y="0"/>
                  <a:pt x="106" y="0"/>
                </a:cubicBezTo>
                <a:lnTo>
                  <a:pt x="29634" y="0"/>
                </a:lnTo>
                <a:cubicBezTo>
                  <a:pt x="29644" y="0"/>
                  <a:pt x="29653" y="1"/>
                  <a:pt x="29662" y="2"/>
                </a:cubicBezTo>
                <a:cubicBezTo>
                  <a:pt x="29672" y="4"/>
                  <a:pt x="29681" y="7"/>
                  <a:pt x="29690" y="11"/>
                </a:cubicBezTo>
                <a:cubicBezTo>
                  <a:pt x="29699" y="14"/>
                  <a:pt x="29707" y="19"/>
                  <a:pt x="29715" y="24"/>
                </a:cubicBezTo>
                <a:cubicBezTo>
                  <a:pt x="29723" y="29"/>
                  <a:pt x="29730" y="35"/>
                  <a:pt x="29737" y="42"/>
                </a:cubicBezTo>
                <a:cubicBezTo>
                  <a:pt x="29744" y="49"/>
                  <a:pt x="29750" y="56"/>
                  <a:pt x="29755" y="64"/>
                </a:cubicBezTo>
                <a:cubicBezTo>
                  <a:pt x="29760" y="72"/>
                  <a:pt x="29765" y="81"/>
                  <a:pt x="29769" y="89"/>
                </a:cubicBezTo>
                <a:cubicBezTo>
                  <a:pt x="29772" y="98"/>
                  <a:pt x="29775" y="107"/>
                  <a:pt x="29777" y="117"/>
                </a:cubicBezTo>
                <a:cubicBezTo>
                  <a:pt x="29779" y="126"/>
                  <a:pt x="29780" y="136"/>
                  <a:pt x="29780" y="145"/>
                </a:cubicBezTo>
                <a:lnTo>
                  <a:pt x="29780" y="2448"/>
                </a:lnTo>
                <a:cubicBezTo>
                  <a:pt x="29780" y="2458"/>
                  <a:pt x="29779" y="2467"/>
                  <a:pt x="29777" y="2476"/>
                </a:cubicBezTo>
                <a:cubicBezTo>
                  <a:pt x="29775" y="2486"/>
                  <a:pt x="29772" y="2495"/>
                  <a:pt x="29769" y="2504"/>
                </a:cubicBezTo>
                <a:cubicBezTo>
                  <a:pt x="29765" y="2513"/>
                  <a:pt x="29760" y="2521"/>
                  <a:pt x="29755" y="2529"/>
                </a:cubicBezTo>
                <a:cubicBezTo>
                  <a:pt x="29750" y="2537"/>
                  <a:pt x="29744" y="2544"/>
                  <a:pt x="29737" y="2551"/>
                </a:cubicBezTo>
                <a:cubicBezTo>
                  <a:pt x="29730" y="2558"/>
                  <a:pt x="29723" y="2564"/>
                  <a:pt x="29715" y="2569"/>
                </a:cubicBezTo>
                <a:cubicBezTo>
                  <a:pt x="29707" y="2574"/>
                  <a:pt x="29699" y="2579"/>
                  <a:pt x="29690" y="2582"/>
                </a:cubicBezTo>
                <a:cubicBezTo>
                  <a:pt x="29681" y="2586"/>
                  <a:pt x="29672" y="2589"/>
                  <a:pt x="29662" y="2591"/>
                </a:cubicBezTo>
                <a:cubicBezTo>
                  <a:pt x="29653" y="2593"/>
                  <a:pt x="29644" y="2594"/>
                  <a:pt x="29634" y="2594"/>
                </a:cubicBezTo>
                <a:lnTo>
                  <a:pt x="106" y="2594"/>
                </a:lnTo>
                <a:cubicBezTo>
                  <a:pt x="92" y="2594"/>
                  <a:pt x="78" y="2590"/>
                  <a:pt x="65" y="2582"/>
                </a:cubicBezTo>
                <a:cubicBezTo>
                  <a:pt x="52" y="2575"/>
                  <a:pt x="41" y="2565"/>
                  <a:pt x="31" y="2551"/>
                </a:cubicBezTo>
                <a:cubicBezTo>
                  <a:pt x="21" y="2537"/>
                  <a:pt x="13" y="2522"/>
                  <a:pt x="8" y="2504"/>
                </a:cubicBezTo>
                <a:cubicBezTo>
                  <a:pt x="2" y="2486"/>
                  <a:pt x="0" y="2467"/>
                  <a:pt x="0" y="2448"/>
                </a:cubicBezTo>
                <a:close/>
              </a:path>
            </a:pathLst>
          </a:custGeom>
          <a:solidFill>
            <a:srgbClr val="e7f3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609480" y="3800160"/>
            <a:ext cx="10744560" cy="943560"/>
          </a:xfrm>
          <a:custGeom>
            <a:avLst/>
            <a:gdLst/>
            <a:ahLst/>
            <a:rect l="0" t="0" r="r" b="b"/>
            <a:pathLst>
              <a:path w="29846" h="2621">
                <a:moveTo>
                  <a:pt x="0" y="0"/>
                </a:moveTo>
                <a:lnTo>
                  <a:pt x="29846" y="0"/>
                </a:lnTo>
                <a:lnTo>
                  <a:pt x="29846" y="2621"/>
                </a:lnTo>
                <a:lnTo>
                  <a:pt x="0" y="262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609480" y="3800160"/>
            <a:ext cx="10744560" cy="943560"/>
          </a:xfrm>
          <a:custGeom>
            <a:avLst/>
            <a:gdLst/>
            <a:ahLst/>
            <a:rect l="0" t="0" r="r" b="b"/>
            <a:pathLst>
              <a:path w="29846" h="2621">
                <a:moveTo>
                  <a:pt x="0" y="0"/>
                </a:moveTo>
                <a:lnTo>
                  <a:pt x="29846" y="0"/>
                </a:lnTo>
                <a:lnTo>
                  <a:pt x="29846" y="2621"/>
                </a:lnTo>
                <a:lnTo>
                  <a:pt x="0" y="262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609480" y="3800160"/>
            <a:ext cx="10744560" cy="943560"/>
          </a:xfrm>
          <a:custGeom>
            <a:avLst/>
            <a:gdLst/>
            <a:ahLst/>
            <a:rect l="0" t="0" r="r" b="b"/>
            <a:pathLst>
              <a:path w="29846" h="2621">
                <a:moveTo>
                  <a:pt x="0" y="0"/>
                </a:moveTo>
                <a:lnTo>
                  <a:pt x="29846" y="0"/>
                </a:lnTo>
                <a:lnTo>
                  <a:pt x="29846" y="2621"/>
                </a:lnTo>
                <a:lnTo>
                  <a:pt x="0" y="262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609480" y="3800160"/>
            <a:ext cx="10744560" cy="943560"/>
          </a:xfrm>
          <a:custGeom>
            <a:avLst/>
            <a:gdLst/>
            <a:ahLst/>
            <a:rect l="0" t="0" r="r" b="b"/>
            <a:pathLst>
              <a:path w="29846" h="2621">
                <a:moveTo>
                  <a:pt x="0" y="0"/>
                </a:moveTo>
                <a:lnTo>
                  <a:pt x="29846" y="0"/>
                </a:lnTo>
                <a:lnTo>
                  <a:pt x="29846" y="2621"/>
                </a:lnTo>
                <a:lnTo>
                  <a:pt x="0" y="2621"/>
                </a:lnTo>
                <a:lnTo>
                  <a:pt x="0" y="0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866520" y="15048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79"/>
                  <a:pt x="216" y="192"/>
                  <a:pt x="204" y="203"/>
                </a:cubicBezTo>
                <a:cubicBezTo>
                  <a:pt x="193" y="214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6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609480" y="584640"/>
            <a:ext cx="551160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550" spc="-1" strike="noStrike">
                <a:solidFill>
                  <a:srgbClr val="fffeff"/>
                </a:solidFill>
                <a:latin typeface="RobotoSlab"/>
                <a:ea typeface="RobotoSlab"/>
              </a:rPr>
              <a:t>Default layout — prose, tables &amp; code</a:t>
            </a:r>
            <a:endParaRPr b="0" lang="en-US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866520" y="19335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4"/>
                  <a:pt x="236" y="150"/>
                  <a:pt x="230" y="164"/>
                </a:cubicBezTo>
                <a:cubicBezTo>
                  <a:pt x="224" y="179"/>
                  <a:pt x="216" y="192"/>
                  <a:pt x="204" y="203"/>
                </a:cubicBezTo>
                <a:cubicBezTo>
                  <a:pt x="193" y="214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4"/>
                </a:cubicBezTo>
                <a:cubicBezTo>
                  <a:pt x="3" y="150"/>
                  <a:pt x="0" y="134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8"/>
                  <a:pt x="24" y="46"/>
                  <a:pt x="35" y="34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4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0" y="15"/>
                  <a:pt x="193" y="23"/>
                  <a:pt x="204" y="34"/>
                </a:cubicBezTo>
                <a:cubicBezTo>
                  <a:pt x="216" y="46"/>
                  <a:pt x="224" y="58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104840" y="1373400"/>
            <a:ext cx="465192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Body copy is white on a mid-green field.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104840" y="1802160"/>
            <a:ext cx="495972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Bullet markers keep the Woodmark green.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743040" y="2409120"/>
            <a:ext cx="829800" cy="27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fffeff"/>
                </a:solidFill>
                <a:latin typeface="RobotoSlab"/>
                <a:ea typeface="RobotoSlab"/>
              </a:rPr>
              <a:t>Element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2012400" y="2409120"/>
            <a:ext cx="1212480" cy="27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fffeff"/>
                </a:solidFill>
                <a:latin typeface="RobotoSlab"/>
                <a:ea typeface="RobotoSlab"/>
              </a:rPr>
              <a:t>Dark styling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743040" y="2823840"/>
            <a:ext cx="115272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fffeff"/>
                </a:solidFill>
                <a:latin typeface="SourceSans3"/>
                <a:ea typeface="SourceSans3"/>
              </a:rPr>
              <a:t>Header row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2012400" y="2823840"/>
            <a:ext cx="292536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fffeff"/>
                </a:solidFill>
                <a:latin typeface="SourceSans3"/>
                <a:ea typeface="SourceSans3"/>
              </a:rPr>
              <a:t>Green background, white text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743040" y="3262320"/>
            <a:ext cx="100044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fffeff"/>
                </a:solidFill>
                <a:latin typeface="SourceSans3"/>
                <a:ea typeface="SourceSans3"/>
              </a:rPr>
              <a:t>Even rows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2012400" y="3262320"/>
            <a:ext cx="155808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fffeff"/>
                </a:solidFill>
                <a:latin typeface="SourceSans3"/>
                <a:ea typeface="SourceSans3"/>
              </a:rPr>
              <a:t>Ink-green panel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866880" y="4005360"/>
            <a:ext cx="33595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80" spc="-1" strike="noStrike">
                <a:solidFill>
                  <a:srgbClr val="cf222e"/>
                </a:solidFill>
                <a:latin typeface="DejaVuSansMono"/>
                <a:ea typeface="DejaVuSansMono"/>
              </a:rPr>
              <a:t>def</a:t>
            </a:r>
            <a:r>
              <a:rPr b="0" lang="en-US" sz="1580" spc="-1" strike="noStrike">
                <a:solidFill>
                  <a:srgbClr val="204232"/>
                </a:solidFill>
                <a:latin typeface="DejaVuSansMono"/>
                <a:ea typeface="DejaVuSansMono"/>
              </a:rPr>
              <a:t> </a:t>
            </a:r>
            <a:r>
              <a:rPr b="0" lang="en-US" sz="1580" spc="-1" strike="noStrike">
                <a:solidFill>
                  <a:srgbClr val="6639ba"/>
                </a:solidFill>
                <a:latin typeface="DejaVuSansMono"/>
                <a:ea typeface="DejaVuSansMono"/>
              </a:rPr>
              <a:t>greet</a:t>
            </a:r>
            <a:r>
              <a:rPr b="0" lang="en-US" sz="1580" spc="-1" strike="noStrike">
                <a:solidFill>
                  <a:srgbClr val="204232"/>
                </a:solidFill>
                <a:latin typeface="DejaVuSansMono"/>
                <a:ea typeface="DejaVuSansMono"/>
              </a:rPr>
              <a:t>(name: </a:t>
            </a:r>
            <a:r>
              <a:rPr b="0" lang="en-US" sz="1580" spc="-1" strike="noStrike">
                <a:solidFill>
                  <a:srgbClr val="953800"/>
                </a:solidFill>
                <a:latin typeface="DejaVuSansMono"/>
                <a:ea typeface="DejaVuSansMono"/>
              </a:rPr>
              <a:t>str</a:t>
            </a:r>
            <a:r>
              <a:rPr b="0" lang="en-US" sz="1580" spc="-1" strike="noStrike">
                <a:solidFill>
                  <a:srgbClr val="204232"/>
                </a:solidFill>
                <a:latin typeface="DejaVuSansMono"/>
                <a:ea typeface="DejaVuSansMono"/>
              </a:rPr>
              <a:t>) -&gt; </a:t>
            </a:r>
            <a:r>
              <a:rPr b="0" lang="en-US" sz="1580" spc="-1" strike="noStrike">
                <a:solidFill>
                  <a:srgbClr val="953800"/>
                </a:solidFill>
                <a:latin typeface="DejaVuSansMono"/>
                <a:ea typeface="DejaVuSansMono"/>
              </a:rPr>
              <a:t>str</a:t>
            </a:r>
            <a:r>
              <a:rPr b="0" lang="en-US" sz="1580" spc="-1" strike="noStrike">
                <a:solidFill>
                  <a:srgbClr val="204232"/>
                </a:solidFill>
                <a:latin typeface="DejaVuSansMono"/>
                <a:ea typeface="DejaVuSansMono"/>
              </a:rPr>
              <a:t>:</a:t>
            </a:r>
            <a:endParaRPr b="0" lang="en-US" sz="15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866880" y="4281480"/>
            <a:ext cx="33609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80" spc="-1" strike="noStrike">
                <a:solidFill>
                  <a:srgbClr val="204232"/>
                </a:solidFill>
                <a:latin typeface="DejaVuSansMono"/>
                <a:ea typeface="DejaVuSansMono"/>
              </a:rPr>
              <a:t>    </a:t>
            </a:r>
            <a:r>
              <a:rPr b="0" lang="en-US" sz="1580" spc="-1" strike="noStrike">
                <a:solidFill>
                  <a:srgbClr val="cf222e"/>
                </a:solidFill>
                <a:latin typeface="DejaVuSansMono"/>
                <a:ea typeface="DejaVuSansMono"/>
              </a:rPr>
              <a:t>return</a:t>
            </a:r>
            <a:r>
              <a:rPr b="0" lang="en-US" sz="1580" spc="-1" strike="noStrike">
                <a:solidFill>
                  <a:srgbClr val="204232"/>
                </a:solidFill>
                <a:latin typeface="DejaVuSansMono"/>
                <a:ea typeface="DejaVuSansMono"/>
              </a:rPr>
              <a:t> </a:t>
            </a:r>
            <a:r>
              <a:rPr b="0" lang="en-US" sz="1580" spc="-1" strike="noStrike">
                <a:solidFill>
                  <a:srgbClr val="0a3069"/>
                </a:solidFill>
                <a:latin typeface="DejaVuSansMono"/>
                <a:ea typeface="DejaVuSansMono"/>
              </a:rPr>
              <a:t>f"Hello, </a:t>
            </a:r>
            <a:r>
              <a:rPr b="0" lang="en-US" sz="1580" spc="-1" strike="noStrike">
                <a:solidFill>
                  <a:srgbClr val="1f2328"/>
                </a:solidFill>
                <a:latin typeface="DejaVuSansMono"/>
                <a:ea typeface="DejaVuSansMono"/>
              </a:rPr>
              <a:t>{name}</a:t>
            </a:r>
            <a:r>
              <a:rPr b="0" lang="en-US" sz="1580" spc="-1" strike="noStrike">
                <a:solidFill>
                  <a:srgbClr val="0a3069"/>
                </a:solidFill>
                <a:latin typeface="DejaVuSansMono"/>
                <a:ea typeface="DejaVuSansMono"/>
              </a:rPr>
              <a:t>!"</a:t>
            </a:r>
            <a:endParaRPr b="0" lang="en-US" sz="15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0" y="6438600"/>
            <a:ext cx="12192120" cy="419400"/>
          </a:xfrm>
          <a:custGeom>
            <a:avLst/>
            <a:gdLst/>
            <a:ahLst/>
            <a:rect l="0" t="0" r="r" b="b"/>
            <a:pathLst>
              <a:path w="33867" h="1165">
                <a:moveTo>
                  <a:pt x="0" y="0"/>
                </a:moveTo>
                <a:lnTo>
                  <a:pt x="33867" y="0"/>
                </a:lnTo>
                <a:lnTo>
                  <a:pt x="3386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204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609480" y="228240"/>
            <a:ext cx="37756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30" spc="-1" strike="noStrike">
                <a:solidFill>
                  <a:srgbClr val="e7f3e8"/>
                </a:solidFill>
                <a:latin typeface="SourceSans3"/>
                <a:ea typeface="SourceSans3"/>
              </a:rPr>
              <a:t>W O O D M A R K   M A R P   T E M P L A T E   —   D A R K</a:t>
            </a:r>
            <a:endParaRPr b="0" lang="en-US" sz="1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609480" y="6544080"/>
            <a:ext cx="677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eff"/>
                </a:solidFill>
                <a:latin typeface="SourceSans3"/>
                <a:ea typeface="SourceSans3"/>
              </a:rPr>
              <a:t>17.06.2026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600560" y="6544080"/>
            <a:ext cx="4100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eff"/>
                </a:solidFill>
                <a:latin typeface="SourceSans3"/>
                <a:ea typeface="SourceSans3"/>
              </a:rPr>
              <a:t>Dark Theme Reference · Internal · © Woodmark Consulting GmbH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11255400" y="0"/>
            <a:ext cx="955440" cy="1028880"/>
          </a:xfrm>
          <a:custGeom>
            <a:avLst/>
            <a:gdLst/>
            <a:ahLst/>
            <a:rect l="0" t="0" r="r" b="b"/>
            <a:pathLst>
              <a:path w="2654" h="2858">
                <a:moveTo>
                  <a:pt x="0" y="0"/>
                </a:moveTo>
                <a:lnTo>
                  <a:pt x="2654" y="0"/>
                </a:lnTo>
                <a:lnTo>
                  <a:pt x="2654" y="2858"/>
                </a:lnTo>
                <a:lnTo>
                  <a:pt x="459" y="2858"/>
                </a:lnTo>
                <a:lnTo>
                  <a:pt x="0" y="0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11584080" y="151920"/>
            <a:ext cx="210240" cy="191880"/>
          </a:xfrm>
          <a:custGeom>
            <a:avLst/>
            <a:gdLst/>
            <a:ahLst/>
            <a:rect l="0" t="0" r="r" b="b"/>
            <a:pathLst>
              <a:path w="584" h="533">
                <a:moveTo>
                  <a:pt x="525" y="0"/>
                </a:moveTo>
                <a:cubicBezTo>
                  <a:pt x="406" y="39"/>
                  <a:pt x="295" y="96"/>
                  <a:pt x="206" y="165"/>
                </a:cubicBezTo>
                <a:cubicBezTo>
                  <a:pt x="107" y="240"/>
                  <a:pt x="40" y="327"/>
                  <a:pt x="9" y="417"/>
                </a:cubicBezTo>
                <a:cubicBezTo>
                  <a:pt x="7" y="423"/>
                  <a:pt x="1" y="452"/>
                  <a:pt x="0" y="461"/>
                </a:cubicBezTo>
                <a:cubicBezTo>
                  <a:pt x="17" y="471"/>
                  <a:pt x="89" y="495"/>
                  <a:pt x="144" y="512"/>
                </a:cubicBezTo>
                <a:cubicBezTo>
                  <a:pt x="174" y="522"/>
                  <a:pt x="195" y="529"/>
                  <a:pt x="208" y="533"/>
                </a:cubicBezTo>
                <a:cubicBezTo>
                  <a:pt x="201" y="432"/>
                  <a:pt x="234" y="331"/>
                  <a:pt x="304" y="242"/>
                </a:cubicBezTo>
                <a:cubicBezTo>
                  <a:pt x="369" y="158"/>
                  <a:pt x="466" y="85"/>
                  <a:pt x="584" y="32"/>
                </a:cubicBezTo>
                <a:cubicBezTo>
                  <a:pt x="566" y="22"/>
                  <a:pt x="538" y="8"/>
                  <a:pt x="5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11691720" y="164880"/>
            <a:ext cx="170280" cy="253800"/>
          </a:xfrm>
          <a:custGeom>
            <a:avLst/>
            <a:gdLst/>
            <a:ahLst/>
            <a:rect l="0" t="0" r="r" b="b"/>
            <a:pathLst>
              <a:path w="473" h="705">
                <a:moveTo>
                  <a:pt x="415" y="0"/>
                </a:moveTo>
                <a:cubicBezTo>
                  <a:pt x="324" y="32"/>
                  <a:pt x="251" y="83"/>
                  <a:pt x="188" y="130"/>
                </a:cubicBezTo>
                <a:cubicBezTo>
                  <a:pt x="114" y="185"/>
                  <a:pt x="61" y="248"/>
                  <a:pt x="30" y="318"/>
                </a:cubicBezTo>
                <a:cubicBezTo>
                  <a:pt x="9" y="365"/>
                  <a:pt x="-1" y="415"/>
                  <a:pt x="0" y="466"/>
                </a:cubicBezTo>
                <a:cubicBezTo>
                  <a:pt x="0" y="515"/>
                  <a:pt x="11" y="562"/>
                  <a:pt x="32" y="609"/>
                </a:cubicBezTo>
                <a:cubicBezTo>
                  <a:pt x="49" y="621"/>
                  <a:pt x="226" y="691"/>
                  <a:pt x="285" y="705"/>
                </a:cubicBezTo>
                <a:cubicBezTo>
                  <a:pt x="234" y="638"/>
                  <a:pt x="201" y="569"/>
                  <a:pt x="186" y="504"/>
                </a:cubicBezTo>
                <a:cubicBezTo>
                  <a:pt x="171" y="441"/>
                  <a:pt x="172" y="379"/>
                  <a:pt x="190" y="320"/>
                </a:cubicBezTo>
                <a:cubicBezTo>
                  <a:pt x="213" y="245"/>
                  <a:pt x="263" y="175"/>
                  <a:pt x="335" y="116"/>
                </a:cubicBezTo>
                <a:cubicBezTo>
                  <a:pt x="374" y="84"/>
                  <a:pt x="419" y="58"/>
                  <a:pt x="473" y="42"/>
                </a:cubicBezTo>
                <a:cubicBezTo>
                  <a:pt x="457" y="35"/>
                  <a:pt x="430" y="8"/>
                  <a:pt x="41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11788560" y="216360"/>
            <a:ext cx="154080" cy="243000"/>
          </a:xfrm>
          <a:custGeom>
            <a:avLst/>
            <a:gdLst/>
            <a:ahLst/>
            <a:rect l="0" t="0" r="r" b="b"/>
            <a:pathLst>
              <a:path w="428" h="675">
                <a:moveTo>
                  <a:pt x="186" y="0"/>
                </a:moveTo>
                <a:cubicBezTo>
                  <a:pt x="184" y="0"/>
                  <a:pt x="177" y="3"/>
                  <a:pt x="163" y="13"/>
                </a:cubicBezTo>
                <a:cubicBezTo>
                  <a:pt x="136" y="31"/>
                  <a:pt x="98" y="62"/>
                  <a:pt x="78" y="85"/>
                </a:cubicBezTo>
                <a:cubicBezTo>
                  <a:pt x="43" y="125"/>
                  <a:pt x="19" y="170"/>
                  <a:pt x="8" y="218"/>
                </a:cubicBezTo>
                <a:cubicBezTo>
                  <a:pt x="-16" y="321"/>
                  <a:pt x="14" y="434"/>
                  <a:pt x="93" y="535"/>
                </a:cubicBezTo>
                <a:cubicBezTo>
                  <a:pt x="135" y="588"/>
                  <a:pt x="170" y="625"/>
                  <a:pt x="215" y="663"/>
                </a:cubicBezTo>
                <a:cubicBezTo>
                  <a:pt x="229" y="666"/>
                  <a:pt x="314" y="670"/>
                  <a:pt x="377" y="673"/>
                </a:cubicBezTo>
                <a:cubicBezTo>
                  <a:pt x="399" y="674"/>
                  <a:pt x="416" y="675"/>
                  <a:pt x="428" y="675"/>
                </a:cubicBezTo>
                <a:cubicBezTo>
                  <a:pt x="360" y="628"/>
                  <a:pt x="302" y="580"/>
                  <a:pt x="267" y="540"/>
                </a:cubicBezTo>
                <a:cubicBezTo>
                  <a:pt x="221" y="489"/>
                  <a:pt x="187" y="434"/>
                  <a:pt x="165" y="377"/>
                </a:cubicBezTo>
                <a:cubicBezTo>
                  <a:pt x="143" y="319"/>
                  <a:pt x="136" y="263"/>
                  <a:pt x="143" y="210"/>
                </a:cubicBezTo>
                <a:cubicBezTo>
                  <a:pt x="152" y="147"/>
                  <a:pt x="182" y="86"/>
                  <a:pt x="231" y="39"/>
                </a:cubicBezTo>
                <a:cubicBezTo>
                  <a:pt x="230" y="39"/>
                  <a:pt x="197" y="3"/>
                  <a:pt x="18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1782800" y="6544080"/>
            <a:ext cx="132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eff"/>
                </a:solidFill>
                <a:latin typeface="SourceSans3"/>
                <a:ea typeface="SourceSans3"/>
              </a:rPr>
              <a:t>3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11551320" y="595080"/>
            <a:ext cx="4914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fff"/>
                </a:solidFill>
                <a:latin typeface="RobotoSlab"/>
                <a:ea typeface="RobotoSlab"/>
              </a:rPr>
              <a:t>Passion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11557080" y="760320"/>
            <a:ext cx="4791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fff"/>
                </a:solidFill>
                <a:latin typeface="RobotoSlab"/>
                <a:ea typeface="RobotoSlab"/>
              </a:rPr>
              <a:t>for data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2d5c4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0" y="0"/>
            <a:ext cx="12192120" cy="2095560"/>
          </a:xfrm>
          <a:custGeom>
            <a:avLst/>
            <a:gdLst/>
            <a:ahLst/>
            <a:rect l="0" t="0" r="r" b="b"/>
            <a:pathLst>
              <a:path w="33867" h="5821">
                <a:moveTo>
                  <a:pt x="0" y="0"/>
                </a:moveTo>
                <a:lnTo>
                  <a:pt x="33867" y="0"/>
                </a:lnTo>
                <a:lnTo>
                  <a:pt x="33867" y="2846"/>
                </a:lnTo>
                <a:lnTo>
                  <a:pt x="0" y="5821"/>
                </a:lnTo>
                <a:lnTo>
                  <a:pt x="0" y="0"/>
                </a:lnTo>
                <a:close/>
              </a:path>
            </a:pathLst>
          </a:custGeom>
          <a:solidFill>
            <a:srgbClr val="204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0" y="1091520"/>
            <a:ext cx="12192120" cy="1127880"/>
          </a:xfrm>
          <a:custGeom>
            <a:avLst/>
            <a:gdLst/>
            <a:ahLst/>
            <a:rect l="0" t="0" r="r" b="b"/>
            <a:pathLst>
              <a:path w="33867" h="3133">
                <a:moveTo>
                  <a:pt x="0" y="2975"/>
                </a:moveTo>
                <a:lnTo>
                  <a:pt x="33867" y="0"/>
                </a:lnTo>
                <a:lnTo>
                  <a:pt x="33867" y="158"/>
                </a:lnTo>
                <a:lnTo>
                  <a:pt x="0" y="3133"/>
                </a:lnTo>
                <a:lnTo>
                  <a:pt x="0" y="2975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6334200" y="-28800"/>
            <a:ext cx="5857560" cy="1571400"/>
          </a:xfrm>
          <a:prstGeom prst="rect">
            <a:avLst/>
          </a:prstGeom>
          <a:ln w="0">
            <a:noFill/>
          </a:ln>
        </p:spPr>
      </p:pic>
      <p:sp>
        <p:nvSpPr>
          <p:cNvPr id="134" name=""/>
          <p:cNvSpPr/>
          <p:nvPr/>
        </p:nvSpPr>
        <p:spPr>
          <a:xfrm>
            <a:off x="866520" y="28382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6" y="46"/>
                  <a:pt x="224" y="59"/>
                  <a:pt x="230" y="74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866520" y="32763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1104840" y="2707200"/>
            <a:ext cx="836460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The header band darkens to ink; the green separator line is unchanged.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1104840" y="3145320"/>
            <a:ext cx="691056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Wave decorations are recoloured to read on the dark band.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609480" y="584640"/>
            <a:ext cx="412776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550" spc="-1" strike="noStrike">
                <a:solidFill>
                  <a:srgbClr val="fffeff"/>
                </a:solidFill>
                <a:latin typeface="RobotoSlab"/>
                <a:ea typeface="RobotoSlab"/>
              </a:rPr>
              <a:t>banner-subtitle in the dark</a:t>
            </a:r>
            <a:endParaRPr b="0" lang="en-US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609480" y="1216440"/>
            <a:ext cx="5223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fffeff"/>
                </a:solidFill>
                <a:latin typeface="RobotoSlab"/>
                <a:ea typeface="RobotoSlab"/>
              </a:rPr>
              <a:t>The sloped band uses ink, the divider stays</a:t>
            </a:r>
            <a:endParaRPr b="0" lang="en-US" sz="2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609480" y="1511640"/>
            <a:ext cx="687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fffeff"/>
                </a:solidFill>
                <a:latin typeface="RobotoSlab"/>
                <a:ea typeface="RobotoSlab"/>
              </a:rPr>
              <a:t>green</a:t>
            </a:r>
            <a:endParaRPr b="0" lang="en-US" sz="2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0" y="6438600"/>
            <a:ext cx="12192120" cy="419400"/>
          </a:xfrm>
          <a:custGeom>
            <a:avLst/>
            <a:gdLst/>
            <a:ahLst/>
            <a:rect l="0" t="0" r="r" b="b"/>
            <a:pathLst>
              <a:path w="33867" h="1165">
                <a:moveTo>
                  <a:pt x="0" y="0"/>
                </a:moveTo>
                <a:lnTo>
                  <a:pt x="33867" y="0"/>
                </a:lnTo>
                <a:lnTo>
                  <a:pt x="3386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204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609480" y="228240"/>
            <a:ext cx="37756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30" spc="-1" strike="noStrike">
                <a:solidFill>
                  <a:srgbClr val="e7f3e8"/>
                </a:solidFill>
                <a:latin typeface="SourceSans3"/>
                <a:ea typeface="SourceSans3"/>
              </a:rPr>
              <a:t>W O O D M A R K   M A R P   T E M P L A T E   —   D A R K</a:t>
            </a:r>
            <a:endParaRPr b="0" lang="en-US" sz="1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609480" y="6544080"/>
            <a:ext cx="677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eff"/>
                </a:solidFill>
                <a:latin typeface="SourceSans3"/>
                <a:ea typeface="SourceSans3"/>
              </a:rPr>
              <a:t>17.06.2026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1600560" y="6544080"/>
            <a:ext cx="4100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eff"/>
                </a:solidFill>
                <a:latin typeface="SourceSans3"/>
                <a:ea typeface="SourceSans3"/>
              </a:rPr>
              <a:t>Dark Theme Reference · Internal · © Woodmark Consulting GmbH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11255400" y="0"/>
            <a:ext cx="955440" cy="1028880"/>
          </a:xfrm>
          <a:custGeom>
            <a:avLst/>
            <a:gdLst/>
            <a:ahLst/>
            <a:rect l="0" t="0" r="r" b="b"/>
            <a:pathLst>
              <a:path w="2654" h="2858">
                <a:moveTo>
                  <a:pt x="0" y="0"/>
                </a:moveTo>
                <a:lnTo>
                  <a:pt x="2654" y="0"/>
                </a:lnTo>
                <a:lnTo>
                  <a:pt x="2654" y="2858"/>
                </a:lnTo>
                <a:lnTo>
                  <a:pt x="459" y="2858"/>
                </a:lnTo>
                <a:lnTo>
                  <a:pt x="0" y="0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11584080" y="151920"/>
            <a:ext cx="210240" cy="191880"/>
          </a:xfrm>
          <a:custGeom>
            <a:avLst/>
            <a:gdLst/>
            <a:ahLst/>
            <a:rect l="0" t="0" r="r" b="b"/>
            <a:pathLst>
              <a:path w="584" h="533">
                <a:moveTo>
                  <a:pt x="525" y="0"/>
                </a:moveTo>
                <a:cubicBezTo>
                  <a:pt x="406" y="39"/>
                  <a:pt x="295" y="96"/>
                  <a:pt x="206" y="165"/>
                </a:cubicBezTo>
                <a:cubicBezTo>
                  <a:pt x="107" y="240"/>
                  <a:pt x="40" y="327"/>
                  <a:pt x="9" y="417"/>
                </a:cubicBezTo>
                <a:cubicBezTo>
                  <a:pt x="7" y="423"/>
                  <a:pt x="1" y="452"/>
                  <a:pt x="0" y="461"/>
                </a:cubicBezTo>
                <a:cubicBezTo>
                  <a:pt x="17" y="471"/>
                  <a:pt x="89" y="495"/>
                  <a:pt x="144" y="512"/>
                </a:cubicBezTo>
                <a:cubicBezTo>
                  <a:pt x="174" y="522"/>
                  <a:pt x="195" y="529"/>
                  <a:pt x="208" y="533"/>
                </a:cubicBezTo>
                <a:cubicBezTo>
                  <a:pt x="201" y="432"/>
                  <a:pt x="234" y="331"/>
                  <a:pt x="304" y="242"/>
                </a:cubicBezTo>
                <a:cubicBezTo>
                  <a:pt x="369" y="158"/>
                  <a:pt x="466" y="85"/>
                  <a:pt x="584" y="32"/>
                </a:cubicBezTo>
                <a:cubicBezTo>
                  <a:pt x="566" y="22"/>
                  <a:pt x="538" y="8"/>
                  <a:pt x="5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11691720" y="164880"/>
            <a:ext cx="170280" cy="253800"/>
          </a:xfrm>
          <a:custGeom>
            <a:avLst/>
            <a:gdLst/>
            <a:ahLst/>
            <a:rect l="0" t="0" r="r" b="b"/>
            <a:pathLst>
              <a:path w="473" h="705">
                <a:moveTo>
                  <a:pt x="415" y="0"/>
                </a:moveTo>
                <a:cubicBezTo>
                  <a:pt x="324" y="32"/>
                  <a:pt x="251" y="83"/>
                  <a:pt x="188" y="130"/>
                </a:cubicBezTo>
                <a:cubicBezTo>
                  <a:pt x="114" y="185"/>
                  <a:pt x="61" y="248"/>
                  <a:pt x="30" y="318"/>
                </a:cubicBezTo>
                <a:cubicBezTo>
                  <a:pt x="9" y="365"/>
                  <a:pt x="-1" y="415"/>
                  <a:pt x="0" y="466"/>
                </a:cubicBezTo>
                <a:cubicBezTo>
                  <a:pt x="0" y="515"/>
                  <a:pt x="11" y="562"/>
                  <a:pt x="32" y="609"/>
                </a:cubicBezTo>
                <a:cubicBezTo>
                  <a:pt x="49" y="621"/>
                  <a:pt x="226" y="691"/>
                  <a:pt x="285" y="705"/>
                </a:cubicBezTo>
                <a:cubicBezTo>
                  <a:pt x="234" y="638"/>
                  <a:pt x="201" y="569"/>
                  <a:pt x="186" y="504"/>
                </a:cubicBezTo>
                <a:cubicBezTo>
                  <a:pt x="171" y="441"/>
                  <a:pt x="172" y="379"/>
                  <a:pt x="190" y="320"/>
                </a:cubicBezTo>
                <a:cubicBezTo>
                  <a:pt x="213" y="245"/>
                  <a:pt x="263" y="175"/>
                  <a:pt x="335" y="116"/>
                </a:cubicBezTo>
                <a:cubicBezTo>
                  <a:pt x="374" y="84"/>
                  <a:pt x="419" y="58"/>
                  <a:pt x="473" y="42"/>
                </a:cubicBezTo>
                <a:cubicBezTo>
                  <a:pt x="457" y="35"/>
                  <a:pt x="430" y="8"/>
                  <a:pt x="41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11788560" y="216360"/>
            <a:ext cx="154080" cy="243000"/>
          </a:xfrm>
          <a:custGeom>
            <a:avLst/>
            <a:gdLst/>
            <a:ahLst/>
            <a:rect l="0" t="0" r="r" b="b"/>
            <a:pathLst>
              <a:path w="428" h="675">
                <a:moveTo>
                  <a:pt x="186" y="0"/>
                </a:moveTo>
                <a:cubicBezTo>
                  <a:pt x="184" y="0"/>
                  <a:pt x="177" y="3"/>
                  <a:pt x="163" y="13"/>
                </a:cubicBezTo>
                <a:cubicBezTo>
                  <a:pt x="136" y="31"/>
                  <a:pt x="98" y="62"/>
                  <a:pt x="78" y="85"/>
                </a:cubicBezTo>
                <a:cubicBezTo>
                  <a:pt x="43" y="125"/>
                  <a:pt x="19" y="170"/>
                  <a:pt x="8" y="218"/>
                </a:cubicBezTo>
                <a:cubicBezTo>
                  <a:pt x="-16" y="321"/>
                  <a:pt x="14" y="434"/>
                  <a:pt x="93" y="535"/>
                </a:cubicBezTo>
                <a:cubicBezTo>
                  <a:pt x="135" y="588"/>
                  <a:pt x="170" y="625"/>
                  <a:pt x="215" y="663"/>
                </a:cubicBezTo>
                <a:cubicBezTo>
                  <a:pt x="229" y="666"/>
                  <a:pt x="314" y="670"/>
                  <a:pt x="377" y="673"/>
                </a:cubicBezTo>
                <a:cubicBezTo>
                  <a:pt x="399" y="674"/>
                  <a:pt x="416" y="675"/>
                  <a:pt x="428" y="675"/>
                </a:cubicBezTo>
                <a:cubicBezTo>
                  <a:pt x="360" y="628"/>
                  <a:pt x="302" y="580"/>
                  <a:pt x="267" y="540"/>
                </a:cubicBezTo>
                <a:cubicBezTo>
                  <a:pt x="221" y="489"/>
                  <a:pt x="187" y="434"/>
                  <a:pt x="165" y="377"/>
                </a:cubicBezTo>
                <a:cubicBezTo>
                  <a:pt x="143" y="319"/>
                  <a:pt x="136" y="263"/>
                  <a:pt x="143" y="210"/>
                </a:cubicBezTo>
                <a:cubicBezTo>
                  <a:pt x="152" y="147"/>
                  <a:pt x="182" y="86"/>
                  <a:pt x="231" y="39"/>
                </a:cubicBezTo>
                <a:cubicBezTo>
                  <a:pt x="230" y="39"/>
                  <a:pt x="197" y="3"/>
                  <a:pt x="18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11782800" y="6544080"/>
            <a:ext cx="132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eff"/>
                </a:solidFill>
                <a:latin typeface="SourceSans3"/>
                <a:ea typeface="SourceSans3"/>
              </a:rPr>
              <a:t>4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11551320" y="595080"/>
            <a:ext cx="4914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fff"/>
                </a:solidFill>
                <a:latin typeface="RobotoSlab"/>
                <a:ea typeface="RobotoSlab"/>
              </a:rPr>
              <a:t>Passion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11557080" y="760320"/>
            <a:ext cx="4791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fff"/>
                </a:solidFill>
                <a:latin typeface="RobotoSlab"/>
                <a:ea typeface="RobotoSlab"/>
              </a:rPr>
              <a:t>for data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2d5c4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0" y="0"/>
            <a:ext cx="4114800" cy="6858000"/>
          </a:xfrm>
          <a:custGeom>
            <a:avLst/>
            <a:gdLst/>
            <a:ahLst/>
            <a:rect l="0" t="0" r="r" b="b"/>
            <a:pathLst>
              <a:path w="11430" h="19050">
                <a:moveTo>
                  <a:pt x="0" y="0"/>
                </a:moveTo>
                <a:lnTo>
                  <a:pt x="9525" y="0"/>
                </a:lnTo>
                <a:lnTo>
                  <a:pt x="1143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204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3514680" y="0"/>
            <a:ext cx="762120" cy="6858000"/>
          </a:xfrm>
          <a:custGeom>
            <a:avLst/>
            <a:gdLst/>
            <a:ahLst/>
            <a:rect l="0" t="0" r="r" b="b"/>
            <a:pathLst>
              <a:path w="2117" h="19050">
                <a:moveTo>
                  <a:pt x="0" y="0"/>
                </a:moveTo>
                <a:lnTo>
                  <a:pt x="211" y="0"/>
                </a:lnTo>
                <a:lnTo>
                  <a:pt x="2117" y="19050"/>
                </a:lnTo>
                <a:lnTo>
                  <a:pt x="1906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4457520" y="1049760"/>
            <a:ext cx="742248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The left panel darkens to ink; the body fills the right on the mid-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4714560" y="20761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4" y="240"/>
                  <a:pt x="88" y="237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4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4457520" y="1421280"/>
            <a:ext cx="132660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green field.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4714560" y="251424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1"/>
                </a:moveTo>
                <a:cubicBezTo>
                  <a:pt x="239" y="136"/>
                  <a:pt x="236" y="152"/>
                  <a:pt x="230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3" y="216"/>
                  <a:pt x="181" y="225"/>
                  <a:pt x="166" y="231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4" y="240"/>
                  <a:pt x="88" y="237"/>
                  <a:pt x="74" y="231"/>
                </a:cubicBezTo>
                <a:cubicBezTo>
                  <a:pt x="59" y="225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2"/>
                  <a:pt x="0" y="136"/>
                  <a:pt x="0" y="121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60"/>
                  <a:pt x="24" y="48"/>
                  <a:pt x="35" y="35"/>
                </a:cubicBezTo>
                <a:cubicBezTo>
                  <a:pt x="46" y="24"/>
                  <a:pt x="59" y="16"/>
                  <a:pt x="74" y="10"/>
                </a:cubicBezTo>
                <a:cubicBezTo>
                  <a:pt x="88" y="4"/>
                  <a:pt x="104" y="0"/>
                  <a:pt x="120" y="0"/>
                </a:cubicBezTo>
                <a:cubicBezTo>
                  <a:pt x="136" y="0"/>
                  <a:pt x="151" y="4"/>
                  <a:pt x="166" y="10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8"/>
                  <a:pt x="224" y="60"/>
                  <a:pt x="230" y="75"/>
                </a:cubicBezTo>
                <a:cubicBezTo>
                  <a:pt x="236" y="90"/>
                  <a:pt x="239" y="105"/>
                  <a:pt x="239" y="121"/>
                </a:cubicBez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4952880" y="1945080"/>
            <a:ext cx="516096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Use it when the title acts as a category label.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4952880" y="2383200"/>
            <a:ext cx="612864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The diagonal divider line keeps its Woodmark green.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609480" y="876960"/>
            <a:ext cx="2640240" cy="503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000" spc="-1" strike="noStrike">
                <a:solidFill>
                  <a:srgbClr val="fffeff"/>
                </a:solidFill>
                <a:latin typeface="RobotoSlab"/>
                <a:ea typeface="RobotoSlab"/>
              </a:rPr>
              <a:t>sidebar — dark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609480" y="1315080"/>
            <a:ext cx="1001880" cy="503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000" spc="-1" strike="noStrike">
                <a:solidFill>
                  <a:srgbClr val="fffeff"/>
                </a:solidFill>
                <a:latin typeface="RobotoSlab"/>
                <a:ea typeface="RobotoSlab"/>
              </a:rPr>
              <a:t>panel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609480" y="228240"/>
            <a:ext cx="29023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30" spc="-1" strike="noStrike">
                <a:solidFill>
                  <a:srgbClr val="e7f3e8"/>
                </a:solidFill>
                <a:latin typeface="SourceSans3"/>
                <a:ea typeface="SourceSans3"/>
              </a:rPr>
              <a:t>W O O D M A R K   M A R P   T E M P L A T E</a:t>
            </a:r>
            <a:endParaRPr b="0" lang="en-US" sz="1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0" y="6438600"/>
            <a:ext cx="12192120" cy="419400"/>
          </a:xfrm>
          <a:custGeom>
            <a:avLst/>
            <a:gdLst/>
            <a:ahLst/>
            <a:rect l="0" t="0" r="r" b="b"/>
            <a:pathLst>
              <a:path w="33867" h="1165">
                <a:moveTo>
                  <a:pt x="0" y="0"/>
                </a:moveTo>
                <a:lnTo>
                  <a:pt x="33867" y="0"/>
                </a:lnTo>
                <a:lnTo>
                  <a:pt x="3386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204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609480" y="447480"/>
            <a:ext cx="7610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30" spc="-1" strike="noStrike">
                <a:solidFill>
                  <a:srgbClr val="e7f3e8"/>
                </a:solidFill>
                <a:latin typeface="SourceSans3"/>
                <a:ea typeface="SourceSans3"/>
              </a:rPr>
              <a:t>—   </a:t>
            </a:r>
            <a:r>
              <a:rPr b="1" lang="en-US" sz="1130" spc="-1" strike="noStrike">
                <a:solidFill>
                  <a:srgbClr val="e7f3e8"/>
                </a:solidFill>
                <a:latin typeface="SourceSans3"/>
                <a:ea typeface="SourceSans3"/>
              </a:rPr>
              <a:t>D A R K</a:t>
            </a:r>
            <a:endParaRPr b="0" lang="en-US" sz="1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609480" y="6544080"/>
            <a:ext cx="677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eff"/>
                </a:solidFill>
                <a:latin typeface="SourceSans3"/>
                <a:ea typeface="SourceSans3"/>
              </a:rPr>
              <a:t>17.06.2026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1600560" y="6544080"/>
            <a:ext cx="4100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eff"/>
                </a:solidFill>
                <a:latin typeface="SourceSans3"/>
                <a:ea typeface="SourceSans3"/>
              </a:rPr>
              <a:t>Dark Theme Reference · Internal · © Woodmark Consulting GmbH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11255400" y="0"/>
            <a:ext cx="955440" cy="1028880"/>
          </a:xfrm>
          <a:custGeom>
            <a:avLst/>
            <a:gdLst/>
            <a:ahLst/>
            <a:rect l="0" t="0" r="r" b="b"/>
            <a:pathLst>
              <a:path w="2654" h="2858">
                <a:moveTo>
                  <a:pt x="0" y="0"/>
                </a:moveTo>
                <a:lnTo>
                  <a:pt x="2654" y="0"/>
                </a:lnTo>
                <a:lnTo>
                  <a:pt x="2654" y="2858"/>
                </a:lnTo>
                <a:lnTo>
                  <a:pt x="459" y="2858"/>
                </a:lnTo>
                <a:lnTo>
                  <a:pt x="0" y="0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11584080" y="151920"/>
            <a:ext cx="210240" cy="191880"/>
          </a:xfrm>
          <a:custGeom>
            <a:avLst/>
            <a:gdLst/>
            <a:ahLst/>
            <a:rect l="0" t="0" r="r" b="b"/>
            <a:pathLst>
              <a:path w="584" h="533">
                <a:moveTo>
                  <a:pt x="525" y="0"/>
                </a:moveTo>
                <a:cubicBezTo>
                  <a:pt x="406" y="39"/>
                  <a:pt x="295" y="96"/>
                  <a:pt x="206" y="165"/>
                </a:cubicBezTo>
                <a:cubicBezTo>
                  <a:pt x="107" y="240"/>
                  <a:pt x="40" y="327"/>
                  <a:pt x="9" y="417"/>
                </a:cubicBezTo>
                <a:cubicBezTo>
                  <a:pt x="7" y="423"/>
                  <a:pt x="1" y="452"/>
                  <a:pt x="0" y="461"/>
                </a:cubicBezTo>
                <a:cubicBezTo>
                  <a:pt x="17" y="471"/>
                  <a:pt x="89" y="495"/>
                  <a:pt x="144" y="512"/>
                </a:cubicBezTo>
                <a:cubicBezTo>
                  <a:pt x="174" y="522"/>
                  <a:pt x="195" y="529"/>
                  <a:pt x="208" y="533"/>
                </a:cubicBezTo>
                <a:cubicBezTo>
                  <a:pt x="201" y="432"/>
                  <a:pt x="234" y="331"/>
                  <a:pt x="304" y="242"/>
                </a:cubicBezTo>
                <a:cubicBezTo>
                  <a:pt x="369" y="158"/>
                  <a:pt x="466" y="85"/>
                  <a:pt x="584" y="32"/>
                </a:cubicBezTo>
                <a:cubicBezTo>
                  <a:pt x="566" y="22"/>
                  <a:pt x="538" y="8"/>
                  <a:pt x="5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11691720" y="164880"/>
            <a:ext cx="170280" cy="253800"/>
          </a:xfrm>
          <a:custGeom>
            <a:avLst/>
            <a:gdLst/>
            <a:ahLst/>
            <a:rect l="0" t="0" r="r" b="b"/>
            <a:pathLst>
              <a:path w="473" h="705">
                <a:moveTo>
                  <a:pt x="415" y="0"/>
                </a:moveTo>
                <a:cubicBezTo>
                  <a:pt x="324" y="32"/>
                  <a:pt x="251" y="83"/>
                  <a:pt x="188" y="130"/>
                </a:cubicBezTo>
                <a:cubicBezTo>
                  <a:pt x="114" y="185"/>
                  <a:pt x="61" y="248"/>
                  <a:pt x="30" y="318"/>
                </a:cubicBezTo>
                <a:cubicBezTo>
                  <a:pt x="9" y="365"/>
                  <a:pt x="-1" y="415"/>
                  <a:pt x="0" y="466"/>
                </a:cubicBezTo>
                <a:cubicBezTo>
                  <a:pt x="0" y="515"/>
                  <a:pt x="11" y="562"/>
                  <a:pt x="32" y="609"/>
                </a:cubicBezTo>
                <a:cubicBezTo>
                  <a:pt x="49" y="621"/>
                  <a:pt x="226" y="691"/>
                  <a:pt x="285" y="705"/>
                </a:cubicBezTo>
                <a:cubicBezTo>
                  <a:pt x="234" y="638"/>
                  <a:pt x="201" y="569"/>
                  <a:pt x="186" y="504"/>
                </a:cubicBezTo>
                <a:cubicBezTo>
                  <a:pt x="171" y="441"/>
                  <a:pt x="172" y="379"/>
                  <a:pt x="190" y="320"/>
                </a:cubicBezTo>
                <a:cubicBezTo>
                  <a:pt x="213" y="245"/>
                  <a:pt x="263" y="175"/>
                  <a:pt x="335" y="116"/>
                </a:cubicBezTo>
                <a:cubicBezTo>
                  <a:pt x="374" y="84"/>
                  <a:pt x="419" y="58"/>
                  <a:pt x="473" y="42"/>
                </a:cubicBezTo>
                <a:cubicBezTo>
                  <a:pt x="457" y="35"/>
                  <a:pt x="430" y="8"/>
                  <a:pt x="41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11788560" y="216360"/>
            <a:ext cx="154080" cy="243000"/>
          </a:xfrm>
          <a:custGeom>
            <a:avLst/>
            <a:gdLst/>
            <a:ahLst/>
            <a:rect l="0" t="0" r="r" b="b"/>
            <a:pathLst>
              <a:path w="428" h="675">
                <a:moveTo>
                  <a:pt x="186" y="0"/>
                </a:moveTo>
                <a:cubicBezTo>
                  <a:pt x="184" y="0"/>
                  <a:pt x="177" y="3"/>
                  <a:pt x="163" y="13"/>
                </a:cubicBezTo>
                <a:cubicBezTo>
                  <a:pt x="136" y="31"/>
                  <a:pt x="98" y="62"/>
                  <a:pt x="78" y="85"/>
                </a:cubicBezTo>
                <a:cubicBezTo>
                  <a:pt x="43" y="125"/>
                  <a:pt x="19" y="170"/>
                  <a:pt x="8" y="218"/>
                </a:cubicBezTo>
                <a:cubicBezTo>
                  <a:pt x="-16" y="321"/>
                  <a:pt x="14" y="434"/>
                  <a:pt x="93" y="535"/>
                </a:cubicBezTo>
                <a:cubicBezTo>
                  <a:pt x="135" y="588"/>
                  <a:pt x="170" y="625"/>
                  <a:pt x="215" y="663"/>
                </a:cubicBezTo>
                <a:cubicBezTo>
                  <a:pt x="229" y="666"/>
                  <a:pt x="314" y="670"/>
                  <a:pt x="377" y="673"/>
                </a:cubicBezTo>
                <a:cubicBezTo>
                  <a:pt x="399" y="674"/>
                  <a:pt x="416" y="675"/>
                  <a:pt x="428" y="675"/>
                </a:cubicBezTo>
                <a:cubicBezTo>
                  <a:pt x="360" y="628"/>
                  <a:pt x="302" y="580"/>
                  <a:pt x="267" y="540"/>
                </a:cubicBezTo>
                <a:cubicBezTo>
                  <a:pt x="221" y="489"/>
                  <a:pt x="187" y="434"/>
                  <a:pt x="165" y="377"/>
                </a:cubicBezTo>
                <a:cubicBezTo>
                  <a:pt x="143" y="319"/>
                  <a:pt x="136" y="263"/>
                  <a:pt x="143" y="210"/>
                </a:cubicBezTo>
                <a:cubicBezTo>
                  <a:pt x="152" y="147"/>
                  <a:pt x="182" y="86"/>
                  <a:pt x="231" y="39"/>
                </a:cubicBezTo>
                <a:cubicBezTo>
                  <a:pt x="230" y="39"/>
                  <a:pt x="197" y="3"/>
                  <a:pt x="18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11782800" y="6544080"/>
            <a:ext cx="132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eff"/>
                </a:solidFill>
                <a:latin typeface="SourceSans3"/>
                <a:ea typeface="SourceSans3"/>
              </a:rPr>
              <a:t>5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11551320" y="595080"/>
            <a:ext cx="4914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fff"/>
                </a:solidFill>
                <a:latin typeface="RobotoSlab"/>
                <a:ea typeface="RobotoSlab"/>
              </a:rPr>
              <a:t>Passion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11557080" y="760320"/>
            <a:ext cx="4791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fff"/>
                </a:solidFill>
                <a:latin typeface="RobotoSlab"/>
                <a:ea typeface="RobotoSlab"/>
              </a:rPr>
              <a:t>for data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204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3676320" y="0"/>
            <a:ext cx="8515800" cy="6858000"/>
          </a:xfrm>
          <a:custGeom>
            <a:avLst/>
            <a:gdLst/>
            <a:ahLst/>
            <a:rect l="0" t="0" r="r" b="b"/>
            <a:pathLst>
              <a:path w="23655" h="19050">
                <a:moveTo>
                  <a:pt x="0" y="0"/>
                </a:moveTo>
                <a:lnTo>
                  <a:pt x="23655" y="0"/>
                </a:lnTo>
                <a:lnTo>
                  <a:pt x="23655" y="19050"/>
                </a:lnTo>
                <a:lnTo>
                  <a:pt x="1906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2d5c4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3514680" y="0"/>
            <a:ext cx="762120" cy="6858000"/>
          </a:xfrm>
          <a:custGeom>
            <a:avLst/>
            <a:gdLst/>
            <a:ahLst/>
            <a:rect l="0" t="0" r="r" b="b"/>
            <a:pathLst>
              <a:path w="2117" h="19050">
                <a:moveTo>
                  <a:pt x="0" y="0"/>
                </a:moveTo>
                <a:lnTo>
                  <a:pt x="211" y="0"/>
                </a:lnTo>
                <a:lnTo>
                  <a:pt x="2117" y="19050"/>
                </a:lnTo>
                <a:lnTo>
                  <a:pt x="1906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609480" y="876960"/>
            <a:ext cx="2075040" cy="503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000" spc="-1" strike="noStrike">
                <a:solidFill>
                  <a:srgbClr val="fffeff"/>
                </a:solidFill>
                <a:latin typeface="RobotoSlab"/>
                <a:ea typeface="RobotoSlab"/>
              </a:rPr>
              <a:t>steps in the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609480" y="1315080"/>
            <a:ext cx="834480" cy="503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000" spc="-1" strike="noStrike">
                <a:solidFill>
                  <a:srgbClr val="fffeff"/>
                </a:solidFill>
                <a:latin typeface="RobotoSlab"/>
                <a:ea typeface="RobotoSlab"/>
              </a:rPr>
              <a:t>dark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3422880" y="1222200"/>
            <a:ext cx="603000" cy="603000"/>
          </a:xfrm>
          <a:prstGeom prst="rect">
            <a:avLst/>
          </a:prstGeom>
          <a:ln w="0">
            <a:noFill/>
          </a:ln>
        </p:spPr>
      </p:pic>
      <p:sp>
        <p:nvSpPr>
          <p:cNvPr id="185" name=""/>
          <p:cNvSpPr/>
          <p:nvPr/>
        </p:nvSpPr>
        <p:spPr>
          <a:xfrm>
            <a:off x="3422880" y="1222200"/>
            <a:ext cx="603720" cy="603720"/>
          </a:xfrm>
          <a:custGeom>
            <a:avLst/>
            <a:gdLst/>
            <a:ahLst/>
            <a:rect l="0" t="0" r="r" b="b"/>
            <a:pathLst>
              <a:path w="1677" h="1677">
                <a:moveTo>
                  <a:pt x="0" y="0"/>
                </a:moveTo>
                <a:lnTo>
                  <a:pt x="1677" y="0"/>
                </a:lnTo>
                <a:lnTo>
                  <a:pt x="1677" y="1677"/>
                </a:lnTo>
                <a:lnTo>
                  <a:pt x="0" y="167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3560040" y="1350000"/>
            <a:ext cx="271440" cy="271800"/>
          </a:xfrm>
          <a:custGeom>
            <a:avLst/>
            <a:gdLst/>
            <a:ahLst/>
            <a:rect l="0" t="0" r="r" b="b"/>
            <a:pathLst>
              <a:path w="754" h="755">
                <a:moveTo>
                  <a:pt x="377" y="377"/>
                </a:moveTo>
                <a:lnTo>
                  <a:pt x="377" y="377"/>
                </a:lnTo>
                <a:moveTo>
                  <a:pt x="754" y="377"/>
                </a:moveTo>
                <a:lnTo>
                  <a:pt x="754" y="365"/>
                </a:lnTo>
                <a:lnTo>
                  <a:pt x="753" y="353"/>
                </a:lnTo>
                <a:lnTo>
                  <a:pt x="752" y="342"/>
                </a:lnTo>
                <a:lnTo>
                  <a:pt x="751" y="330"/>
                </a:lnTo>
                <a:lnTo>
                  <a:pt x="749" y="318"/>
                </a:lnTo>
                <a:lnTo>
                  <a:pt x="747" y="306"/>
                </a:lnTo>
                <a:lnTo>
                  <a:pt x="745" y="295"/>
                </a:lnTo>
                <a:lnTo>
                  <a:pt x="742" y="283"/>
                </a:lnTo>
                <a:lnTo>
                  <a:pt x="739" y="272"/>
                </a:lnTo>
                <a:lnTo>
                  <a:pt x="735" y="261"/>
                </a:lnTo>
                <a:lnTo>
                  <a:pt x="732" y="249"/>
                </a:lnTo>
                <a:lnTo>
                  <a:pt x="727" y="238"/>
                </a:lnTo>
                <a:lnTo>
                  <a:pt x="723" y="227"/>
                </a:lnTo>
                <a:lnTo>
                  <a:pt x="718" y="217"/>
                </a:lnTo>
                <a:lnTo>
                  <a:pt x="713" y="206"/>
                </a:lnTo>
                <a:lnTo>
                  <a:pt x="707" y="196"/>
                </a:lnTo>
                <a:lnTo>
                  <a:pt x="701" y="185"/>
                </a:lnTo>
                <a:lnTo>
                  <a:pt x="695" y="175"/>
                </a:lnTo>
                <a:lnTo>
                  <a:pt x="689" y="165"/>
                </a:lnTo>
                <a:lnTo>
                  <a:pt x="682" y="156"/>
                </a:lnTo>
                <a:lnTo>
                  <a:pt x="675" y="146"/>
                </a:lnTo>
                <a:lnTo>
                  <a:pt x="667" y="137"/>
                </a:lnTo>
                <a:lnTo>
                  <a:pt x="660" y="128"/>
                </a:lnTo>
                <a:lnTo>
                  <a:pt x="652" y="119"/>
                </a:lnTo>
                <a:lnTo>
                  <a:pt x="644" y="111"/>
                </a:lnTo>
                <a:lnTo>
                  <a:pt x="635" y="103"/>
                </a:lnTo>
                <a:lnTo>
                  <a:pt x="626" y="95"/>
                </a:lnTo>
                <a:lnTo>
                  <a:pt x="617" y="87"/>
                </a:lnTo>
                <a:lnTo>
                  <a:pt x="608" y="79"/>
                </a:lnTo>
                <a:lnTo>
                  <a:pt x="599" y="72"/>
                </a:lnTo>
                <a:lnTo>
                  <a:pt x="589" y="66"/>
                </a:lnTo>
                <a:lnTo>
                  <a:pt x="579" y="59"/>
                </a:lnTo>
                <a:lnTo>
                  <a:pt x="569" y="53"/>
                </a:lnTo>
                <a:lnTo>
                  <a:pt x="559" y="47"/>
                </a:lnTo>
                <a:lnTo>
                  <a:pt x="548" y="42"/>
                </a:lnTo>
                <a:lnTo>
                  <a:pt x="538" y="36"/>
                </a:lnTo>
                <a:lnTo>
                  <a:pt x="527" y="31"/>
                </a:lnTo>
                <a:lnTo>
                  <a:pt x="516" y="27"/>
                </a:lnTo>
                <a:lnTo>
                  <a:pt x="505" y="23"/>
                </a:lnTo>
                <a:lnTo>
                  <a:pt x="494" y="19"/>
                </a:lnTo>
                <a:lnTo>
                  <a:pt x="482" y="15"/>
                </a:lnTo>
                <a:lnTo>
                  <a:pt x="471" y="12"/>
                </a:lnTo>
                <a:lnTo>
                  <a:pt x="459" y="10"/>
                </a:lnTo>
                <a:lnTo>
                  <a:pt x="448" y="7"/>
                </a:lnTo>
                <a:lnTo>
                  <a:pt x="436" y="5"/>
                </a:lnTo>
                <a:lnTo>
                  <a:pt x="425" y="3"/>
                </a:lnTo>
                <a:lnTo>
                  <a:pt x="413" y="2"/>
                </a:lnTo>
                <a:lnTo>
                  <a:pt x="401" y="1"/>
                </a:lnTo>
                <a:lnTo>
                  <a:pt x="389" y="1"/>
                </a:lnTo>
                <a:lnTo>
                  <a:pt x="377" y="0"/>
                </a:lnTo>
                <a:lnTo>
                  <a:pt x="366" y="1"/>
                </a:lnTo>
                <a:lnTo>
                  <a:pt x="354" y="1"/>
                </a:lnTo>
                <a:lnTo>
                  <a:pt x="342" y="2"/>
                </a:lnTo>
                <a:lnTo>
                  <a:pt x="330" y="3"/>
                </a:lnTo>
                <a:lnTo>
                  <a:pt x="318" y="5"/>
                </a:lnTo>
                <a:lnTo>
                  <a:pt x="307" y="7"/>
                </a:lnTo>
                <a:lnTo>
                  <a:pt x="295" y="10"/>
                </a:lnTo>
                <a:lnTo>
                  <a:pt x="284" y="12"/>
                </a:lnTo>
                <a:lnTo>
                  <a:pt x="271" y="15"/>
                </a:lnTo>
                <a:lnTo>
                  <a:pt x="260" y="19"/>
                </a:lnTo>
                <a:lnTo>
                  <a:pt x="249" y="23"/>
                </a:lnTo>
                <a:lnTo>
                  <a:pt x="238" y="27"/>
                </a:lnTo>
                <a:lnTo>
                  <a:pt x="227" y="31"/>
                </a:lnTo>
                <a:lnTo>
                  <a:pt x="216" y="36"/>
                </a:lnTo>
                <a:lnTo>
                  <a:pt x="205" y="42"/>
                </a:lnTo>
                <a:lnTo>
                  <a:pt x="195" y="47"/>
                </a:lnTo>
                <a:lnTo>
                  <a:pt x="185" y="53"/>
                </a:lnTo>
                <a:lnTo>
                  <a:pt x="175" y="59"/>
                </a:lnTo>
                <a:lnTo>
                  <a:pt x="165" y="66"/>
                </a:lnTo>
                <a:lnTo>
                  <a:pt x="155" y="72"/>
                </a:lnTo>
                <a:lnTo>
                  <a:pt x="146" y="79"/>
                </a:lnTo>
                <a:lnTo>
                  <a:pt x="136" y="87"/>
                </a:lnTo>
                <a:lnTo>
                  <a:pt x="127" y="95"/>
                </a:lnTo>
                <a:lnTo>
                  <a:pt x="119" y="103"/>
                </a:lnTo>
                <a:lnTo>
                  <a:pt x="110" y="111"/>
                </a:lnTo>
                <a:lnTo>
                  <a:pt x="102" y="119"/>
                </a:lnTo>
                <a:lnTo>
                  <a:pt x="94" y="128"/>
                </a:lnTo>
                <a:lnTo>
                  <a:pt x="86" y="137"/>
                </a:lnTo>
                <a:lnTo>
                  <a:pt x="79" y="146"/>
                </a:lnTo>
                <a:lnTo>
                  <a:pt x="72" y="156"/>
                </a:lnTo>
                <a:lnTo>
                  <a:pt x="65" y="165"/>
                </a:lnTo>
                <a:lnTo>
                  <a:pt x="58" y="175"/>
                </a:lnTo>
                <a:lnTo>
                  <a:pt x="52" y="185"/>
                </a:lnTo>
                <a:lnTo>
                  <a:pt x="46" y="196"/>
                </a:lnTo>
                <a:lnTo>
                  <a:pt x="41" y="206"/>
                </a:lnTo>
                <a:lnTo>
                  <a:pt x="36" y="217"/>
                </a:lnTo>
                <a:lnTo>
                  <a:pt x="31" y="227"/>
                </a:lnTo>
                <a:lnTo>
                  <a:pt x="26" y="238"/>
                </a:lnTo>
                <a:lnTo>
                  <a:pt x="22" y="249"/>
                </a:lnTo>
                <a:lnTo>
                  <a:pt x="18" y="261"/>
                </a:lnTo>
                <a:lnTo>
                  <a:pt x="15" y="272"/>
                </a:lnTo>
                <a:lnTo>
                  <a:pt x="12" y="283"/>
                </a:lnTo>
                <a:lnTo>
                  <a:pt x="9" y="295"/>
                </a:lnTo>
                <a:lnTo>
                  <a:pt x="6" y="306"/>
                </a:lnTo>
                <a:lnTo>
                  <a:pt x="4" y="318"/>
                </a:lnTo>
                <a:lnTo>
                  <a:pt x="3" y="330"/>
                </a:lnTo>
                <a:lnTo>
                  <a:pt x="1" y="342"/>
                </a:lnTo>
                <a:lnTo>
                  <a:pt x="1" y="353"/>
                </a:lnTo>
                <a:lnTo>
                  <a:pt x="0" y="365"/>
                </a:lnTo>
                <a:lnTo>
                  <a:pt x="0" y="377"/>
                </a:lnTo>
                <a:lnTo>
                  <a:pt x="0" y="389"/>
                </a:lnTo>
                <a:lnTo>
                  <a:pt x="1" y="402"/>
                </a:lnTo>
                <a:lnTo>
                  <a:pt x="1" y="413"/>
                </a:lnTo>
                <a:lnTo>
                  <a:pt x="3" y="425"/>
                </a:lnTo>
                <a:lnTo>
                  <a:pt x="4" y="437"/>
                </a:lnTo>
                <a:lnTo>
                  <a:pt x="6" y="449"/>
                </a:lnTo>
                <a:lnTo>
                  <a:pt x="9" y="460"/>
                </a:lnTo>
                <a:lnTo>
                  <a:pt x="12" y="472"/>
                </a:lnTo>
                <a:lnTo>
                  <a:pt x="15" y="483"/>
                </a:lnTo>
                <a:lnTo>
                  <a:pt x="18" y="494"/>
                </a:lnTo>
                <a:lnTo>
                  <a:pt x="22" y="506"/>
                </a:lnTo>
                <a:lnTo>
                  <a:pt x="26" y="517"/>
                </a:lnTo>
                <a:lnTo>
                  <a:pt x="31" y="528"/>
                </a:lnTo>
                <a:lnTo>
                  <a:pt x="36" y="538"/>
                </a:lnTo>
                <a:lnTo>
                  <a:pt x="41" y="549"/>
                </a:lnTo>
                <a:lnTo>
                  <a:pt x="46" y="559"/>
                </a:lnTo>
                <a:lnTo>
                  <a:pt x="52" y="570"/>
                </a:lnTo>
                <a:lnTo>
                  <a:pt x="58" y="580"/>
                </a:lnTo>
                <a:lnTo>
                  <a:pt x="65" y="590"/>
                </a:lnTo>
                <a:lnTo>
                  <a:pt x="72" y="599"/>
                </a:lnTo>
                <a:lnTo>
                  <a:pt x="79" y="609"/>
                </a:lnTo>
                <a:lnTo>
                  <a:pt x="86" y="618"/>
                </a:lnTo>
                <a:lnTo>
                  <a:pt x="94" y="627"/>
                </a:lnTo>
                <a:lnTo>
                  <a:pt x="102" y="636"/>
                </a:lnTo>
                <a:lnTo>
                  <a:pt x="110" y="644"/>
                </a:lnTo>
                <a:lnTo>
                  <a:pt x="119" y="652"/>
                </a:lnTo>
                <a:lnTo>
                  <a:pt x="127" y="660"/>
                </a:lnTo>
                <a:lnTo>
                  <a:pt x="136" y="668"/>
                </a:lnTo>
                <a:lnTo>
                  <a:pt x="146" y="676"/>
                </a:lnTo>
                <a:lnTo>
                  <a:pt x="155" y="683"/>
                </a:lnTo>
                <a:lnTo>
                  <a:pt x="165" y="689"/>
                </a:lnTo>
                <a:lnTo>
                  <a:pt x="175" y="696"/>
                </a:lnTo>
                <a:lnTo>
                  <a:pt x="185" y="702"/>
                </a:lnTo>
                <a:lnTo>
                  <a:pt x="195" y="708"/>
                </a:lnTo>
                <a:lnTo>
                  <a:pt x="205" y="713"/>
                </a:lnTo>
                <a:lnTo>
                  <a:pt x="216" y="719"/>
                </a:lnTo>
                <a:lnTo>
                  <a:pt x="227" y="724"/>
                </a:lnTo>
                <a:lnTo>
                  <a:pt x="238" y="728"/>
                </a:lnTo>
                <a:lnTo>
                  <a:pt x="249" y="732"/>
                </a:lnTo>
                <a:lnTo>
                  <a:pt x="260" y="736"/>
                </a:lnTo>
                <a:lnTo>
                  <a:pt x="271" y="740"/>
                </a:lnTo>
                <a:lnTo>
                  <a:pt x="284" y="743"/>
                </a:lnTo>
                <a:lnTo>
                  <a:pt x="295" y="745"/>
                </a:lnTo>
                <a:lnTo>
                  <a:pt x="307" y="748"/>
                </a:lnTo>
                <a:lnTo>
                  <a:pt x="318" y="750"/>
                </a:lnTo>
                <a:lnTo>
                  <a:pt x="330" y="752"/>
                </a:lnTo>
                <a:lnTo>
                  <a:pt x="342" y="753"/>
                </a:lnTo>
                <a:lnTo>
                  <a:pt x="354" y="754"/>
                </a:lnTo>
                <a:lnTo>
                  <a:pt x="366" y="754"/>
                </a:lnTo>
                <a:lnTo>
                  <a:pt x="377" y="755"/>
                </a:lnTo>
                <a:lnTo>
                  <a:pt x="389" y="754"/>
                </a:lnTo>
                <a:lnTo>
                  <a:pt x="401" y="754"/>
                </a:lnTo>
                <a:lnTo>
                  <a:pt x="413" y="753"/>
                </a:lnTo>
                <a:lnTo>
                  <a:pt x="425" y="752"/>
                </a:lnTo>
                <a:lnTo>
                  <a:pt x="436" y="750"/>
                </a:lnTo>
                <a:lnTo>
                  <a:pt x="448" y="748"/>
                </a:lnTo>
                <a:lnTo>
                  <a:pt x="459" y="745"/>
                </a:lnTo>
                <a:lnTo>
                  <a:pt x="471" y="743"/>
                </a:lnTo>
                <a:lnTo>
                  <a:pt x="482" y="740"/>
                </a:lnTo>
                <a:lnTo>
                  <a:pt x="494" y="736"/>
                </a:lnTo>
                <a:lnTo>
                  <a:pt x="505" y="732"/>
                </a:lnTo>
                <a:lnTo>
                  <a:pt x="516" y="728"/>
                </a:lnTo>
                <a:lnTo>
                  <a:pt x="527" y="724"/>
                </a:lnTo>
                <a:lnTo>
                  <a:pt x="538" y="719"/>
                </a:lnTo>
                <a:lnTo>
                  <a:pt x="548" y="713"/>
                </a:lnTo>
                <a:lnTo>
                  <a:pt x="559" y="708"/>
                </a:lnTo>
                <a:lnTo>
                  <a:pt x="569" y="702"/>
                </a:lnTo>
                <a:lnTo>
                  <a:pt x="579" y="696"/>
                </a:lnTo>
                <a:lnTo>
                  <a:pt x="589" y="689"/>
                </a:lnTo>
                <a:lnTo>
                  <a:pt x="599" y="683"/>
                </a:lnTo>
                <a:lnTo>
                  <a:pt x="608" y="676"/>
                </a:lnTo>
                <a:lnTo>
                  <a:pt x="617" y="668"/>
                </a:lnTo>
                <a:lnTo>
                  <a:pt x="626" y="660"/>
                </a:lnTo>
                <a:lnTo>
                  <a:pt x="635" y="652"/>
                </a:lnTo>
                <a:lnTo>
                  <a:pt x="644" y="644"/>
                </a:lnTo>
                <a:lnTo>
                  <a:pt x="652" y="636"/>
                </a:lnTo>
                <a:lnTo>
                  <a:pt x="660" y="627"/>
                </a:lnTo>
                <a:lnTo>
                  <a:pt x="667" y="618"/>
                </a:lnTo>
                <a:lnTo>
                  <a:pt x="675" y="609"/>
                </a:lnTo>
                <a:lnTo>
                  <a:pt x="682" y="599"/>
                </a:lnTo>
                <a:lnTo>
                  <a:pt x="689" y="590"/>
                </a:lnTo>
                <a:lnTo>
                  <a:pt x="695" y="580"/>
                </a:lnTo>
                <a:lnTo>
                  <a:pt x="701" y="570"/>
                </a:lnTo>
                <a:lnTo>
                  <a:pt x="707" y="559"/>
                </a:lnTo>
                <a:lnTo>
                  <a:pt x="713" y="549"/>
                </a:lnTo>
                <a:lnTo>
                  <a:pt x="718" y="538"/>
                </a:lnTo>
                <a:lnTo>
                  <a:pt x="723" y="528"/>
                </a:lnTo>
                <a:lnTo>
                  <a:pt x="727" y="517"/>
                </a:lnTo>
                <a:lnTo>
                  <a:pt x="732" y="506"/>
                </a:lnTo>
                <a:lnTo>
                  <a:pt x="735" y="494"/>
                </a:lnTo>
                <a:lnTo>
                  <a:pt x="739" y="483"/>
                </a:lnTo>
                <a:lnTo>
                  <a:pt x="742" y="472"/>
                </a:lnTo>
                <a:lnTo>
                  <a:pt x="745" y="460"/>
                </a:lnTo>
                <a:lnTo>
                  <a:pt x="747" y="449"/>
                </a:lnTo>
                <a:lnTo>
                  <a:pt x="749" y="437"/>
                </a:lnTo>
                <a:lnTo>
                  <a:pt x="751" y="425"/>
                </a:lnTo>
                <a:lnTo>
                  <a:pt x="752" y="413"/>
                </a:lnTo>
                <a:lnTo>
                  <a:pt x="753" y="402"/>
                </a:lnTo>
                <a:lnTo>
                  <a:pt x="754" y="389"/>
                </a:lnTo>
                <a:lnTo>
                  <a:pt x="754" y="377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3558600" y="1348920"/>
            <a:ext cx="273960" cy="273960"/>
          </a:xfrm>
          <a:custGeom>
            <a:avLst/>
            <a:gdLst/>
            <a:ahLst/>
            <a:rect l="0" t="0" r="r" b="b"/>
            <a:pathLst>
              <a:path w="761" h="761">
                <a:moveTo>
                  <a:pt x="758" y="380"/>
                </a:moveTo>
                <a:lnTo>
                  <a:pt x="758" y="392"/>
                </a:lnTo>
                <a:lnTo>
                  <a:pt x="757" y="404"/>
                </a:lnTo>
                <a:lnTo>
                  <a:pt x="756" y="415"/>
                </a:lnTo>
                <a:lnTo>
                  <a:pt x="755" y="427"/>
                </a:lnTo>
                <a:lnTo>
                  <a:pt x="753" y="440"/>
                </a:lnTo>
                <a:lnTo>
                  <a:pt x="751" y="452"/>
                </a:lnTo>
                <a:lnTo>
                  <a:pt x="749" y="463"/>
                </a:lnTo>
                <a:lnTo>
                  <a:pt x="746" y="475"/>
                </a:lnTo>
                <a:lnTo>
                  <a:pt x="743" y="486"/>
                </a:lnTo>
                <a:lnTo>
                  <a:pt x="739" y="497"/>
                </a:lnTo>
                <a:lnTo>
                  <a:pt x="736" y="509"/>
                </a:lnTo>
                <a:lnTo>
                  <a:pt x="731" y="520"/>
                </a:lnTo>
                <a:lnTo>
                  <a:pt x="727" y="531"/>
                </a:lnTo>
                <a:lnTo>
                  <a:pt x="722" y="541"/>
                </a:lnTo>
                <a:lnTo>
                  <a:pt x="717" y="552"/>
                </a:lnTo>
                <a:lnTo>
                  <a:pt x="711" y="562"/>
                </a:lnTo>
                <a:lnTo>
                  <a:pt x="705" y="573"/>
                </a:lnTo>
                <a:lnTo>
                  <a:pt x="699" y="583"/>
                </a:lnTo>
                <a:lnTo>
                  <a:pt x="693" y="593"/>
                </a:lnTo>
                <a:lnTo>
                  <a:pt x="686" y="602"/>
                </a:lnTo>
                <a:lnTo>
                  <a:pt x="679" y="612"/>
                </a:lnTo>
                <a:lnTo>
                  <a:pt x="671" y="621"/>
                </a:lnTo>
                <a:lnTo>
                  <a:pt x="664" y="630"/>
                </a:lnTo>
                <a:lnTo>
                  <a:pt x="656" y="639"/>
                </a:lnTo>
                <a:lnTo>
                  <a:pt x="648" y="647"/>
                </a:lnTo>
                <a:lnTo>
                  <a:pt x="639" y="655"/>
                </a:lnTo>
                <a:lnTo>
                  <a:pt x="630" y="663"/>
                </a:lnTo>
                <a:lnTo>
                  <a:pt x="621" y="671"/>
                </a:lnTo>
                <a:lnTo>
                  <a:pt x="612" y="679"/>
                </a:lnTo>
                <a:lnTo>
                  <a:pt x="603" y="686"/>
                </a:lnTo>
                <a:lnTo>
                  <a:pt x="593" y="692"/>
                </a:lnTo>
                <a:lnTo>
                  <a:pt x="583" y="699"/>
                </a:lnTo>
                <a:lnTo>
                  <a:pt x="573" y="705"/>
                </a:lnTo>
                <a:lnTo>
                  <a:pt x="563" y="711"/>
                </a:lnTo>
                <a:lnTo>
                  <a:pt x="552" y="716"/>
                </a:lnTo>
                <a:lnTo>
                  <a:pt x="542" y="722"/>
                </a:lnTo>
                <a:lnTo>
                  <a:pt x="531" y="727"/>
                </a:lnTo>
                <a:lnTo>
                  <a:pt x="520" y="731"/>
                </a:lnTo>
                <a:lnTo>
                  <a:pt x="509" y="735"/>
                </a:lnTo>
                <a:lnTo>
                  <a:pt x="498" y="739"/>
                </a:lnTo>
                <a:lnTo>
                  <a:pt x="486" y="743"/>
                </a:lnTo>
                <a:lnTo>
                  <a:pt x="475" y="746"/>
                </a:lnTo>
                <a:lnTo>
                  <a:pt x="463" y="748"/>
                </a:lnTo>
                <a:lnTo>
                  <a:pt x="452" y="751"/>
                </a:lnTo>
                <a:lnTo>
                  <a:pt x="440" y="753"/>
                </a:lnTo>
                <a:lnTo>
                  <a:pt x="429" y="755"/>
                </a:lnTo>
                <a:lnTo>
                  <a:pt x="417" y="756"/>
                </a:lnTo>
                <a:lnTo>
                  <a:pt x="405" y="757"/>
                </a:lnTo>
                <a:lnTo>
                  <a:pt x="393" y="757"/>
                </a:lnTo>
                <a:lnTo>
                  <a:pt x="381" y="758"/>
                </a:lnTo>
                <a:lnTo>
                  <a:pt x="370" y="757"/>
                </a:lnTo>
                <a:lnTo>
                  <a:pt x="357" y="757"/>
                </a:lnTo>
                <a:lnTo>
                  <a:pt x="345" y="756"/>
                </a:lnTo>
                <a:lnTo>
                  <a:pt x="333" y="755"/>
                </a:lnTo>
                <a:lnTo>
                  <a:pt x="321" y="753"/>
                </a:lnTo>
                <a:lnTo>
                  <a:pt x="310" y="751"/>
                </a:lnTo>
                <a:lnTo>
                  <a:pt x="298" y="748"/>
                </a:lnTo>
                <a:lnTo>
                  <a:pt x="287" y="746"/>
                </a:lnTo>
                <a:lnTo>
                  <a:pt x="275" y="743"/>
                </a:lnTo>
                <a:lnTo>
                  <a:pt x="264" y="739"/>
                </a:lnTo>
                <a:lnTo>
                  <a:pt x="253" y="735"/>
                </a:lnTo>
                <a:lnTo>
                  <a:pt x="242" y="731"/>
                </a:lnTo>
                <a:lnTo>
                  <a:pt x="231" y="727"/>
                </a:lnTo>
                <a:lnTo>
                  <a:pt x="220" y="722"/>
                </a:lnTo>
                <a:lnTo>
                  <a:pt x="209" y="716"/>
                </a:lnTo>
                <a:lnTo>
                  <a:pt x="199" y="711"/>
                </a:lnTo>
                <a:lnTo>
                  <a:pt x="189" y="705"/>
                </a:lnTo>
                <a:lnTo>
                  <a:pt x="179" y="699"/>
                </a:lnTo>
                <a:lnTo>
                  <a:pt x="169" y="692"/>
                </a:lnTo>
                <a:lnTo>
                  <a:pt x="159" y="686"/>
                </a:lnTo>
                <a:lnTo>
                  <a:pt x="150" y="679"/>
                </a:lnTo>
                <a:lnTo>
                  <a:pt x="140" y="671"/>
                </a:lnTo>
                <a:lnTo>
                  <a:pt x="131" y="663"/>
                </a:lnTo>
                <a:lnTo>
                  <a:pt x="123" y="655"/>
                </a:lnTo>
                <a:lnTo>
                  <a:pt x="114" y="647"/>
                </a:lnTo>
                <a:lnTo>
                  <a:pt x="106" y="639"/>
                </a:lnTo>
                <a:lnTo>
                  <a:pt x="98" y="630"/>
                </a:lnTo>
                <a:lnTo>
                  <a:pt x="90" y="621"/>
                </a:lnTo>
                <a:lnTo>
                  <a:pt x="83" y="612"/>
                </a:lnTo>
                <a:lnTo>
                  <a:pt x="76" y="602"/>
                </a:lnTo>
                <a:lnTo>
                  <a:pt x="69" y="593"/>
                </a:lnTo>
                <a:lnTo>
                  <a:pt x="62" y="583"/>
                </a:lnTo>
                <a:lnTo>
                  <a:pt x="56" y="573"/>
                </a:lnTo>
                <a:lnTo>
                  <a:pt x="50" y="562"/>
                </a:lnTo>
                <a:lnTo>
                  <a:pt x="45" y="552"/>
                </a:lnTo>
                <a:lnTo>
                  <a:pt x="40" y="541"/>
                </a:lnTo>
                <a:lnTo>
                  <a:pt x="35" y="531"/>
                </a:lnTo>
                <a:lnTo>
                  <a:pt x="30" y="520"/>
                </a:lnTo>
                <a:lnTo>
                  <a:pt x="26" y="509"/>
                </a:lnTo>
                <a:lnTo>
                  <a:pt x="22" y="497"/>
                </a:lnTo>
                <a:lnTo>
                  <a:pt x="19" y="486"/>
                </a:lnTo>
                <a:lnTo>
                  <a:pt x="16" y="475"/>
                </a:lnTo>
                <a:lnTo>
                  <a:pt x="13" y="463"/>
                </a:lnTo>
                <a:lnTo>
                  <a:pt x="10" y="452"/>
                </a:lnTo>
                <a:lnTo>
                  <a:pt x="8" y="440"/>
                </a:lnTo>
                <a:lnTo>
                  <a:pt x="7" y="427"/>
                </a:lnTo>
                <a:lnTo>
                  <a:pt x="5" y="415"/>
                </a:lnTo>
                <a:lnTo>
                  <a:pt x="5" y="404"/>
                </a:lnTo>
                <a:lnTo>
                  <a:pt x="4" y="392"/>
                </a:lnTo>
                <a:lnTo>
                  <a:pt x="4" y="380"/>
                </a:lnTo>
                <a:lnTo>
                  <a:pt x="4" y="368"/>
                </a:lnTo>
                <a:lnTo>
                  <a:pt x="5" y="356"/>
                </a:lnTo>
                <a:lnTo>
                  <a:pt x="5" y="345"/>
                </a:lnTo>
                <a:lnTo>
                  <a:pt x="7" y="333"/>
                </a:lnTo>
                <a:lnTo>
                  <a:pt x="8" y="321"/>
                </a:lnTo>
                <a:lnTo>
                  <a:pt x="10" y="309"/>
                </a:lnTo>
                <a:lnTo>
                  <a:pt x="13" y="298"/>
                </a:lnTo>
                <a:lnTo>
                  <a:pt x="16" y="286"/>
                </a:lnTo>
                <a:lnTo>
                  <a:pt x="19" y="275"/>
                </a:lnTo>
                <a:lnTo>
                  <a:pt x="22" y="264"/>
                </a:lnTo>
                <a:lnTo>
                  <a:pt x="26" y="252"/>
                </a:lnTo>
                <a:lnTo>
                  <a:pt x="30" y="241"/>
                </a:lnTo>
                <a:lnTo>
                  <a:pt x="35" y="230"/>
                </a:lnTo>
                <a:lnTo>
                  <a:pt x="40" y="220"/>
                </a:lnTo>
                <a:lnTo>
                  <a:pt x="45" y="209"/>
                </a:lnTo>
                <a:lnTo>
                  <a:pt x="50" y="199"/>
                </a:lnTo>
                <a:lnTo>
                  <a:pt x="56" y="188"/>
                </a:lnTo>
                <a:lnTo>
                  <a:pt x="62" y="178"/>
                </a:lnTo>
                <a:lnTo>
                  <a:pt x="69" y="168"/>
                </a:lnTo>
                <a:lnTo>
                  <a:pt x="76" y="159"/>
                </a:lnTo>
                <a:lnTo>
                  <a:pt x="83" y="149"/>
                </a:lnTo>
                <a:lnTo>
                  <a:pt x="90" y="140"/>
                </a:lnTo>
                <a:lnTo>
                  <a:pt x="98" y="131"/>
                </a:lnTo>
                <a:lnTo>
                  <a:pt x="106" y="122"/>
                </a:lnTo>
                <a:lnTo>
                  <a:pt x="114" y="114"/>
                </a:lnTo>
                <a:lnTo>
                  <a:pt x="123" y="106"/>
                </a:lnTo>
                <a:lnTo>
                  <a:pt x="131" y="98"/>
                </a:lnTo>
                <a:lnTo>
                  <a:pt x="140" y="90"/>
                </a:lnTo>
                <a:lnTo>
                  <a:pt x="150" y="82"/>
                </a:lnTo>
                <a:lnTo>
                  <a:pt x="159" y="75"/>
                </a:lnTo>
                <a:lnTo>
                  <a:pt x="169" y="69"/>
                </a:lnTo>
                <a:lnTo>
                  <a:pt x="179" y="62"/>
                </a:lnTo>
                <a:lnTo>
                  <a:pt x="189" y="56"/>
                </a:lnTo>
                <a:lnTo>
                  <a:pt x="199" y="50"/>
                </a:lnTo>
                <a:lnTo>
                  <a:pt x="209" y="45"/>
                </a:lnTo>
                <a:lnTo>
                  <a:pt x="220" y="39"/>
                </a:lnTo>
                <a:lnTo>
                  <a:pt x="231" y="34"/>
                </a:lnTo>
                <a:lnTo>
                  <a:pt x="242" y="30"/>
                </a:lnTo>
                <a:lnTo>
                  <a:pt x="253" y="26"/>
                </a:lnTo>
                <a:lnTo>
                  <a:pt x="264" y="22"/>
                </a:lnTo>
                <a:lnTo>
                  <a:pt x="275" y="18"/>
                </a:lnTo>
                <a:lnTo>
                  <a:pt x="287" y="15"/>
                </a:lnTo>
                <a:lnTo>
                  <a:pt x="298" y="13"/>
                </a:lnTo>
                <a:lnTo>
                  <a:pt x="310" y="10"/>
                </a:lnTo>
                <a:lnTo>
                  <a:pt x="321" y="8"/>
                </a:lnTo>
                <a:lnTo>
                  <a:pt x="333" y="6"/>
                </a:lnTo>
                <a:lnTo>
                  <a:pt x="345" y="5"/>
                </a:lnTo>
                <a:lnTo>
                  <a:pt x="357" y="4"/>
                </a:lnTo>
                <a:lnTo>
                  <a:pt x="370" y="4"/>
                </a:lnTo>
                <a:lnTo>
                  <a:pt x="381" y="3"/>
                </a:lnTo>
                <a:lnTo>
                  <a:pt x="393" y="4"/>
                </a:lnTo>
                <a:lnTo>
                  <a:pt x="405" y="4"/>
                </a:lnTo>
                <a:lnTo>
                  <a:pt x="417" y="5"/>
                </a:lnTo>
                <a:lnTo>
                  <a:pt x="429" y="6"/>
                </a:lnTo>
                <a:lnTo>
                  <a:pt x="440" y="8"/>
                </a:lnTo>
                <a:lnTo>
                  <a:pt x="452" y="10"/>
                </a:lnTo>
                <a:lnTo>
                  <a:pt x="463" y="13"/>
                </a:lnTo>
                <a:lnTo>
                  <a:pt x="475" y="15"/>
                </a:lnTo>
                <a:lnTo>
                  <a:pt x="486" y="18"/>
                </a:lnTo>
                <a:lnTo>
                  <a:pt x="498" y="22"/>
                </a:lnTo>
                <a:lnTo>
                  <a:pt x="509" y="26"/>
                </a:lnTo>
                <a:lnTo>
                  <a:pt x="520" y="30"/>
                </a:lnTo>
                <a:lnTo>
                  <a:pt x="531" y="34"/>
                </a:lnTo>
                <a:lnTo>
                  <a:pt x="542" y="39"/>
                </a:lnTo>
                <a:lnTo>
                  <a:pt x="552" y="45"/>
                </a:lnTo>
                <a:lnTo>
                  <a:pt x="563" y="50"/>
                </a:lnTo>
                <a:lnTo>
                  <a:pt x="573" y="56"/>
                </a:lnTo>
                <a:lnTo>
                  <a:pt x="583" y="62"/>
                </a:lnTo>
                <a:lnTo>
                  <a:pt x="593" y="69"/>
                </a:lnTo>
                <a:lnTo>
                  <a:pt x="603" y="75"/>
                </a:lnTo>
                <a:lnTo>
                  <a:pt x="612" y="82"/>
                </a:lnTo>
                <a:lnTo>
                  <a:pt x="621" y="90"/>
                </a:lnTo>
                <a:lnTo>
                  <a:pt x="630" y="98"/>
                </a:lnTo>
                <a:lnTo>
                  <a:pt x="639" y="106"/>
                </a:lnTo>
                <a:lnTo>
                  <a:pt x="648" y="114"/>
                </a:lnTo>
                <a:lnTo>
                  <a:pt x="656" y="122"/>
                </a:lnTo>
                <a:lnTo>
                  <a:pt x="664" y="131"/>
                </a:lnTo>
                <a:lnTo>
                  <a:pt x="671" y="140"/>
                </a:lnTo>
                <a:lnTo>
                  <a:pt x="679" y="149"/>
                </a:lnTo>
                <a:lnTo>
                  <a:pt x="686" y="159"/>
                </a:lnTo>
                <a:lnTo>
                  <a:pt x="693" y="168"/>
                </a:lnTo>
                <a:lnTo>
                  <a:pt x="699" y="178"/>
                </a:lnTo>
                <a:lnTo>
                  <a:pt x="705" y="188"/>
                </a:lnTo>
                <a:lnTo>
                  <a:pt x="711" y="199"/>
                </a:lnTo>
                <a:lnTo>
                  <a:pt x="717" y="209"/>
                </a:lnTo>
                <a:lnTo>
                  <a:pt x="722" y="220"/>
                </a:lnTo>
                <a:lnTo>
                  <a:pt x="727" y="230"/>
                </a:lnTo>
                <a:lnTo>
                  <a:pt x="731" y="241"/>
                </a:lnTo>
                <a:lnTo>
                  <a:pt x="736" y="252"/>
                </a:lnTo>
                <a:lnTo>
                  <a:pt x="739" y="264"/>
                </a:lnTo>
                <a:lnTo>
                  <a:pt x="743" y="275"/>
                </a:lnTo>
                <a:lnTo>
                  <a:pt x="746" y="286"/>
                </a:lnTo>
                <a:lnTo>
                  <a:pt x="749" y="298"/>
                </a:lnTo>
                <a:lnTo>
                  <a:pt x="751" y="309"/>
                </a:lnTo>
                <a:lnTo>
                  <a:pt x="753" y="321"/>
                </a:lnTo>
                <a:lnTo>
                  <a:pt x="755" y="333"/>
                </a:lnTo>
                <a:lnTo>
                  <a:pt x="756" y="345"/>
                </a:lnTo>
                <a:lnTo>
                  <a:pt x="757" y="356"/>
                </a:lnTo>
                <a:lnTo>
                  <a:pt x="758" y="368"/>
                </a:lnTo>
                <a:lnTo>
                  <a:pt x="758" y="380"/>
                </a:lnTo>
                <a:moveTo>
                  <a:pt x="761" y="380"/>
                </a:moveTo>
                <a:lnTo>
                  <a:pt x="761" y="368"/>
                </a:lnTo>
                <a:lnTo>
                  <a:pt x="760" y="356"/>
                </a:lnTo>
                <a:lnTo>
                  <a:pt x="760" y="344"/>
                </a:lnTo>
                <a:lnTo>
                  <a:pt x="758" y="332"/>
                </a:lnTo>
                <a:lnTo>
                  <a:pt x="757" y="321"/>
                </a:lnTo>
                <a:lnTo>
                  <a:pt x="754" y="309"/>
                </a:lnTo>
                <a:lnTo>
                  <a:pt x="752" y="297"/>
                </a:lnTo>
                <a:lnTo>
                  <a:pt x="749" y="286"/>
                </a:lnTo>
                <a:lnTo>
                  <a:pt x="746" y="274"/>
                </a:lnTo>
                <a:lnTo>
                  <a:pt x="743" y="263"/>
                </a:lnTo>
                <a:lnTo>
                  <a:pt x="739" y="251"/>
                </a:lnTo>
                <a:lnTo>
                  <a:pt x="735" y="240"/>
                </a:lnTo>
                <a:lnTo>
                  <a:pt x="730" y="229"/>
                </a:lnTo>
                <a:lnTo>
                  <a:pt x="725" y="218"/>
                </a:lnTo>
                <a:lnTo>
                  <a:pt x="720" y="208"/>
                </a:lnTo>
                <a:lnTo>
                  <a:pt x="714" y="197"/>
                </a:lnTo>
                <a:lnTo>
                  <a:pt x="708" y="187"/>
                </a:lnTo>
                <a:lnTo>
                  <a:pt x="702" y="176"/>
                </a:lnTo>
                <a:lnTo>
                  <a:pt x="696" y="166"/>
                </a:lnTo>
                <a:lnTo>
                  <a:pt x="689" y="157"/>
                </a:lnTo>
                <a:lnTo>
                  <a:pt x="681" y="147"/>
                </a:lnTo>
                <a:lnTo>
                  <a:pt x="674" y="138"/>
                </a:lnTo>
                <a:lnTo>
                  <a:pt x="666" y="129"/>
                </a:lnTo>
                <a:lnTo>
                  <a:pt x="658" y="120"/>
                </a:lnTo>
                <a:lnTo>
                  <a:pt x="650" y="111"/>
                </a:lnTo>
                <a:lnTo>
                  <a:pt x="641" y="103"/>
                </a:lnTo>
                <a:lnTo>
                  <a:pt x="633" y="95"/>
                </a:lnTo>
                <a:lnTo>
                  <a:pt x="623" y="87"/>
                </a:lnTo>
                <a:lnTo>
                  <a:pt x="614" y="80"/>
                </a:lnTo>
                <a:lnTo>
                  <a:pt x="605" y="73"/>
                </a:lnTo>
                <a:lnTo>
                  <a:pt x="595" y="66"/>
                </a:lnTo>
                <a:lnTo>
                  <a:pt x="585" y="59"/>
                </a:lnTo>
                <a:lnTo>
                  <a:pt x="575" y="53"/>
                </a:lnTo>
                <a:lnTo>
                  <a:pt x="564" y="47"/>
                </a:lnTo>
                <a:lnTo>
                  <a:pt x="554" y="42"/>
                </a:lnTo>
                <a:lnTo>
                  <a:pt x="543" y="36"/>
                </a:lnTo>
                <a:lnTo>
                  <a:pt x="532" y="31"/>
                </a:lnTo>
                <a:lnTo>
                  <a:pt x="521" y="27"/>
                </a:lnTo>
                <a:lnTo>
                  <a:pt x="510" y="23"/>
                </a:lnTo>
                <a:lnTo>
                  <a:pt x="499" y="19"/>
                </a:lnTo>
                <a:lnTo>
                  <a:pt x="487" y="15"/>
                </a:lnTo>
                <a:lnTo>
                  <a:pt x="476" y="12"/>
                </a:lnTo>
                <a:lnTo>
                  <a:pt x="464" y="9"/>
                </a:lnTo>
                <a:lnTo>
                  <a:pt x="453" y="7"/>
                </a:lnTo>
                <a:lnTo>
                  <a:pt x="441" y="5"/>
                </a:lnTo>
                <a:lnTo>
                  <a:pt x="429" y="3"/>
                </a:lnTo>
                <a:lnTo>
                  <a:pt x="417" y="2"/>
                </a:lnTo>
                <a:lnTo>
                  <a:pt x="405" y="1"/>
                </a:lnTo>
                <a:lnTo>
                  <a:pt x="393" y="0"/>
                </a:lnTo>
                <a:lnTo>
                  <a:pt x="381" y="0"/>
                </a:lnTo>
                <a:lnTo>
                  <a:pt x="369" y="0"/>
                </a:lnTo>
                <a:lnTo>
                  <a:pt x="356" y="1"/>
                </a:lnTo>
                <a:lnTo>
                  <a:pt x="345" y="2"/>
                </a:lnTo>
                <a:lnTo>
                  <a:pt x="333" y="3"/>
                </a:lnTo>
                <a:lnTo>
                  <a:pt x="321" y="5"/>
                </a:lnTo>
                <a:lnTo>
                  <a:pt x="309" y="7"/>
                </a:lnTo>
                <a:lnTo>
                  <a:pt x="297" y="9"/>
                </a:lnTo>
                <a:lnTo>
                  <a:pt x="286" y="12"/>
                </a:lnTo>
                <a:lnTo>
                  <a:pt x="274" y="15"/>
                </a:lnTo>
                <a:lnTo>
                  <a:pt x="263" y="19"/>
                </a:lnTo>
                <a:lnTo>
                  <a:pt x="252" y="23"/>
                </a:lnTo>
                <a:lnTo>
                  <a:pt x="240" y="27"/>
                </a:lnTo>
                <a:lnTo>
                  <a:pt x="229" y="31"/>
                </a:lnTo>
                <a:lnTo>
                  <a:pt x="219" y="36"/>
                </a:lnTo>
                <a:lnTo>
                  <a:pt x="208" y="42"/>
                </a:lnTo>
                <a:lnTo>
                  <a:pt x="197" y="47"/>
                </a:lnTo>
                <a:lnTo>
                  <a:pt x="187" y="53"/>
                </a:lnTo>
                <a:lnTo>
                  <a:pt x="177" y="59"/>
                </a:lnTo>
                <a:lnTo>
                  <a:pt x="167" y="66"/>
                </a:lnTo>
                <a:lnTo>
                  <a:pt x="157" y="73"/>
                </a:lnTo>
                <a:lnTo>
                  <a:pt x="148" y="80"/>
                </a:lnTo>
                <a:lnTo>
                  <a:pt x="138" y="87"/>
                </a:lnTo>
                <a:lnTo>
                  <a:pt x="129" y="95"/>
                </a:lnTo>
                <a:lnTo>
                  <a:pt x="120" y="103"/>
                </a:lnTo>
                <a:lnTo>
                  <a:pt x="112" y="111"/>
                </a:lnTo>
                <a:lnTo>
                  <a:pt x="103" y="120"/>
                </a:lnTo>
                <a:lnTo>
                  <a:pt x="95" y="129"/>
                </a:lnTo>
                <a:lnTo>
                  <a:pt x="88" y="138"/>
                </a:lnTo>
                <a:lnTo>
                  <a:pt x="80" y="147"/>
                </a:lnTo>
                <a:lnTo>
                  <a:pt x="73" y="157"/>
                </a:lnTo>
                <a:lnTo>
                  <a:pt x="66" y="166"/>
                </a:lnTo>
                <a:lnTo>
                  <a:pt x="60" y="176"/>
                </a:lnTo>
                <a:lnTo>
                  <a:pt x="53" y="187"/>
                </a:lnTo>
                <a:lnTo>
                  <a:pt x="47" y="197"/>
                </a:lnTo>
                <a:lnTo>
                  <a:pt x="42" y="208"/>
                </a:lnTo>
                <a:lnTo>
                  <a:pt x="37" y="218"/>
                </a:lnTo>
                <a:lnTo>
                  <a:pt x="32" y="229"/>
                </a:lnTo>
                <a:lnTo>
                  <a:pt x="27" y="240"/>
                </a:lnTo>
                <a:lnTo>
                  <a:pt x="23" y="251"/>
                </a:lnTo>
                <a:lnTo>
                  <a:pt x="19" y="263"/>
                </a:lnTo>
                <a:lnTo>
                  <a:pt x="16" y="274"/>
                </a:lnTo>
                <a:lnTo>
                  <a:pt x="12" y="286"/>
                </a:lnTo>
                <a:lnTo>
                  <a:pt x="10" y="297"/>
                </a:lnTo>
                <a:lnTo>
                  <a:pt x="7" y="309"/>
                </a:lnTo>
                <a:lnTo>
                  <a:pt x="5" y="321"/>
                </a:lnTo>
                <a:lnTo>
                  <a:pt x="3" y="332"/>
                </a:lnTo>
                <a:lnTo>
                  <a:pt x="2" y="344"/>
                </a:lnTo>
                <a:lnTo>
                  <a:pt x="1" y="356"/>
                </a:lnTo>
                <a:lnTo>
                  <a:pt x="1" y="368"/>
                </a:lnTo>
                <a:lnTo>
                  <a:pt x="0" y="380"/>
                </a:lnTo>
                <a:lnTo>
                  <a:pt x="1" y="392"/>
                </a:lnTo>
                <a:lnTo>
                  <a:pt x="1" y="404"/>
                </a:lnTo>
                <a:lnTo>
                  <a:pt x="2" y="416"/>
                </a:lnTo>
                <a:lnTo>
                  <a:pt x="3" y="429"/>
                </a:lnTo>
                <a:lnTo>
                  <a:pt x="5" y="440"/>
                </a:lnTo>
                <a:lnTo>
                  <a:pt x="7" y="452"/>
                </a:lnTo>
                <a:lnTo>
                  <a:pt x="10" y="464"/>
                </a:lnTo>
                <a:lnTo>
                  <a:pt x="12" y="475"/>
                </a:lnTo>
                <a:lnTo>
                  <a:pt x="16" y="487"/>
                </a:lnTo>
                <a:lnTo>
                  <a:pt x="19" y="498"/>
                </a:lnTo>
                <a:lnTo>
                  <a:pt x="23" y="510"/>
                </a:lnTo>
                <a:lnTo>
                  <a:pt x="27" y="521"/>
                </a:lnTo>
                <a:lnTo>
                  <a:pt x="32" y="532"/>
                </a:lnTo>
                <a:lnTo>
                  <a:pt x="37" y="543"/>
                </a:lnTo>
                <a:lnTo>
                  <a:pt x="42" y="553"/>
                </a:lnTo>
                <a:lnTo>
                  <a:pt x="47" y="564"/>
                </a:lnTo>
                <a:lnTo>
                  <a:pt x="53" y="574"/>
                </a:lnTo>
                <a:lnTo>
                  <a:pt x="60" y="585"/>
                </a:lnTo>
                <a:lnTo>
                  <a:pt x="66" y="595"/>
                </a:lnTo>
                <a:lnTo>
                  <a:pt x="73" y="604"/>
                </a:lnTo>
                <a:lnTo>
                  <a:pt x="80" y="614"/>
                </a:lnTo>
                <a:lnTo>
                  <a:pt x="88" y="623"/>
                </a:lnTo>
                <a:lnTo>
                  <a:pt x="95" y="632"/>
                </a:lnTo>
                <a:lnTo>
                  <a:pt x="103" y="641"/>
                </a:lnTo>
                <a:lnTo>
                  <a:pt x="112" y="650"/>
                </a:lnTo>
                <a:lnTo>
                  <a:pt x="120" y="658"/>
                </a:lnTo>
                <a:lnTo>
                  <a:pt x="129" y="666"/>
                </a:lnTo>
                <a:lnTo>
                  <a:pt x="138" y="674"/>
                </a:lnTo>
                <a:lnTo>
                  <a:pt x="148" y="681"/>
                </a:lnTo>
                <a:lnTo>
                  <a:pt x="157" y="688"/>
                </a:lnTo>
                <a:lnTo>
                  <a:pt x="167" y="695"/>
                </a:lnTo>
                <a:lnTo>
                  <a:pt x="177" y="702"/>
                </a:lnTo>
                <a:lnTo>
                  <a:pt x="187" y="708"/>
                </a:lnTo>
                <a:lnTo>
                  <a:pt x="197" y="714"/>
                </a:lnTo>
                <a:lnTo>
                  <a:pt x="208" y="719"/>
                </a:lnTo>
                <a:lnTo>
                  <a:pt x="219" y="725"/>
                </a:lnTo>
                <a:lnTo>
                  <a:pt x="229" y="730"/>
                </a:lnTo>
                <a:lnTo>
                  <a:pt x="240" y="734"/>
                </a:lnTo>
                <a:lnTo>
                  <a:pt x="252" y="738"/>
                </a:lnTo>
                <a:lnTo>
                  <a:pt x="263" y="742"/>
                </a:lnTo>
                <a:lnTo>
                  <a:pt x="274" y="746"/>
                </a:lnTo>
                <a:lnTo>
                  <a:pt x="286" y="749"/>
                </a:lnTo>
                <a:lnTo>
                  <a:pt x="297" y="752"/>
                </a:lnTo>
                <a:lnTo>
                  <a:pt x="309" y="754"/>
                </a:lnTo>
                <a:lnTo>
                  <a:pt x="321" y="756"/>
                </a:lnTo>
                <a:lnTo>
                  <a:pt x="333" y="758"/>
                </a:lnTo>
                <a:lnTo>
                  <a:pt x="345" y="759"/>
                </a:lnTo>
                <a:lnTo>
                  <a:pt x="356" y="760"/>
                </a:lnTo>
                <a:lnTo>
                  <a:pt x="369" y="761"/>
                </a:lnTo>
                <a:lnTo>
                  <a:pt x="381" y="761"/>
                </a:lnTo>
                <a:lnTo>
                  <a:pt x="393" y="761"/>
                </a:lnTo>
                <a:lnTo>
                  <a:pt x="405" y="760"/>
                </a:lnTo>
                <a:lnTo>
                  <a:pt x="417" y="759"/>
                </a:lnTo>
                <a:lnTo>
                  <a:pt x="429" y="758"/>
                </a:lnTo>
                <a:lnTo>
                  <a:pt x="441" y="756"/>
                </a:lnTo>
                <a:lnTo>
                  <a:pt x="453" y="754"/>
                </a:lnTo>
                <a:lnTo>
                  <a:pt x="464" y="752"/>
                </a:lnTo>
                <a:lnTo>
                  <a:pt x="476" y="749"/>
                </a:lnTo>
                <a:lnTo>
                  <a:pt x="487" y="746"/>
                </a:lnTo>
                <a:lnTo>
                  <a:pt x="499" y="742"/>
                </a:lnTo>
                <a:lnTo>
                  <a:pt x="510" y="738"/>
                </a:lnTo>
                <a:lnTo>
                  <a:pt x="521" y="734"/>
                </a:lnTo>
                <a:lnTo>
                  <a:pt x="532" y="730"/>
                </a:lnTo>
                <a:lnTo>
                  <a:pt x="543" y="725"/>
                </a:lnTo>
                <a:lnTo>
                  <a:pt x="554" y="719"/>
                </a:lnTo>
                <a:lnTo>
                  <a:pt x="564" y="714"/>
                </a:lnTo>
                <a:lnTo>
                  <a:pt x="575" y="708"/>
                </a:lnTo>
                <a:lnTo>
                  <a:pt x="585" y="702"/>
                </a:lnTo>
                <a:lnTo>
                  <a:pt x="595" y="695"/>
                </a:lnTo>
                <a:lnTo>
                  <a:pt x="605" y="688"/>
                </a:lnTo>
                <a:lnTo>
                  <a:pt x="614" y="681"/>
                </a:lnTo>
                <a:lnTo>
                  <a:pt x="623" y="674"/>
                </a:lnTo>
                <a:lnTo>
                  <a:pt x="633" y="666"/>
                </a:lnTo>
                <a:lnTo>
                  <a:pt x="641" y="658"/>
                </a:lnTo>
                <a:lnTo>
                  <a:pt x="650" y="650"/>
                </a:lnTo>
                <a:lnTo>
                  <a:pt x="658" y="641"/>
                </a:lnTo>
                <a:lnTo>
                  <a:pt x="666" y="632"/>
                </a:lnTo>
                <a:lnTo>
                  <a:pt x="674" y="623"/>
                </a:lnTo>
                <a:lnTo>
                  <a:pt x="681" y="614"/>
                </a:lnTo>
                <a:lnTo>
                  <a:pt x="689" y="604"/>
                </a:lnTo>
                <a:lnTo>
                  <a:pt x="696" y="595"/>
                </a:lnTo>
                <a:lnTo>
                  <a:pt x="702" y="585"/>
                </a:lnTo>
                <a:lnTo>
                  <a:pt x="708" y="574"/>
                </a:lnTo>
                <a:lnTo>
                  <a:pt x="714" y="564"/>
                </a:lnTo>
                <a:lnTo>
                  <a:pt x="720" y="553"/>
                </a:lnTo>
                <a:lnTo>
                  <a:pt x="725" y="543"/>
                </a:lnTo>
                <a:lnTo>
                  <a:pt x="730" y="532"/>
                </a:lnTo>
                <a:lnTo>
                  <a:pt x="735" y="521"/>
                </a:lnTo>
                <a:lnTo>
                  <a:pt x="739" y="510"/>
                </a:lnTo>
                <a:lnTo>
                  <a:pt x="743" y="498"/>
                </a:lnTo>
                <a:lnTo>
                  <a:pt x="746" y="487"/>
                </a:lnTo>
                <a:lnTo>
                  <a:pt x="749" y="475"/>
                </a:lnTo>
                <a:lnTo>
                  <a:pt x="752" y="464"/>
                </a:lnTo>
                <a:lnTo>
                  <a:pt x="754" y="452"/>
                </a:lnTo>
                <a:lnTo>
                  <a:pt x="757" y="440"/>
                </a:lnTo>
                <a:lnTo>
                  <a:pt x="758" y="429"/>
                </a:lnTo>
                <a:lnTo>
                  <a:pt x="760" y="416"/>
                </a:lnTo>
                <a:lnTo>
                  <a:pt x="760" y="404"/>
                </a:lnTo>
                <a:lnTo>
                  <a:pt x="761" y="392"/>
                </a:lnTo>
                <a:lnTo>
                  <a:pt x="761" y="380"/>
                </a:lnTo>
                <a:close/>
              </a:path>
            </a:pathLst>
          </a:custGeom>
          <a:solidFill>
            <a:srgbClr val="80cc9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3538080" y="1328400"/>
            <a:ext cx="315000" cy="315000"/>
          </a:xfrm>
          <a:custGeom>
            <a:avLst/>
            <a:gdLst/>
            <a:ahLst/>
            <a:rect l="0" t="0" r="r" b="b"/>
            <a:pathLst>
              <a:path w="875" h="875">
                <a:moveTo>
                  <a:pt x="818" y="438"/>
                </a:moveTo>
                <a:lnTo>
                  <a:pt x="818" y="450"/>
                </a:lnTo>
                <a:lnTo>
                  <a:pt x="817" y="462"/>
                </a:lnTo>
                <a:lnTo>
                  <a:pt x="817" y="474"/>
                </a:lnTo>
                <a:lnTo>
                  <a:pt x="815" y="486"/>
                </a:lnTo>
                <a:lnTo>
                  <a:pt x="814" y="497"/>
                </a:lnTo>
                <a:lnTo>
                  <a:pt x="811" y="509"/>
                </a:lnTo>
                <a:lnTo>
                  <a:pt x="809" y="521"/>
                </a:lnTo>
                <a:lnTo>
                  <a:pt x="806" y="532"/>
                </a:lnTo>
                <a:lnTo>
                  <a:pt x="803" y="544"/>
                </a:lnTo>
                <a:lnTo>
                  <a:pt x="800" y="555"/>
                </a:lnTo>
                <a:lnTo>
                  <a:pt x="796" y="567"/>
                </a:lnTo>
                <a:lnTo>
                  <a:pt x="792" y="578"/>
                </a:lnTo>
                <a:lnTo>
                  <a:pt x="787" y="589"/>
                </a:lnTo>
                <a:lnTo>
                  <a:pt x="782" y="600"/>
                </a:lnTo>
                <a:lnTo>
                  <a:pt x="777" y="610"/>
                </a:lnTo>
                <a:lnTo>
                  <a:pt x="771" y="621"/>
                </a:lnTo>
                <a:lnTo>
                  <a:pt x="765" y="631"/>
                </a:lnTo>
                <a:lnTo>
                  <a:pt x="759" y="642"/>
                </a:lnTo>
                <a:lnTo>
                  <a:pt x="753" y="652"/>
                </a:lnTo>
                <a:lnTo>
                  <a:pt x="746" y="661"/>
                </a:lnTo>
                <a:lnTo>
                  <a:pt x="738" y="671"/>
                </a:lnTo>
                <a:lnTo>
                  <a:pt x="731" y="680"/>
                </a:lnTo>
                <a:lnTo>
                  <a:pt x="723" y="689"/>
                </a:lnTo>
                <a:lnTo>
                  <a:pt x="715" y="698"/>
                </a:lnTo>
                <a:lnTo>
                  <a:pt x="707" y="707"/>
                </a:lnTo>
                <a:lnTo>
                  <a:pt x="698" y="715"/>
                </a:lnTo>
                <a:lnTo>
                  <a:pt x="690" y="723"/>
                </a:lnTo>
                <a:lnTo>
                  <a:pt x="680" y="731"/>
                </a:lnTo>
                <a:lnTo>
                  <a:pt x="671" y="738"/>
                </a:lnTo>
                <a:lnTo>
                  <a:pt x="662" y="745"/>
                </a:lnTo>
                <a:lnTo>
                  <a:pt x="652" y="752"/>
                </a:lnTo>
                <a:lnTo>
                  <a:pt x="642" y="759"/>
                </a:lnTo>
                <a:lnTo>
                  <a:pt x="632" y="765"/>
                </a:lnTo>
                <a:lnTo>
                  <a:pt x="621" y="771"/>
                </a:lnTo>
                <a:lnTo>
                  <a:pt x="611" y="776"/>
                </a:lnTo>
                <a:lnTo>
                  <a:pt x="600" y="782"/>
                </a:lnTo>
                <a:lnTo>
                  <a:pt x="589" y="787"/>
                </a:lnTo>
                <a:lnTo>
                  <a:pt x="578" y="791"/>
                </a:lnTo>
                <a:lnTo>
                  <a:pt x="567" y="795"/>
                </a:lnTo>
                <a:lnTo>
                  <a:pt x="556" y="799"/>
                </a:lnTo>
                <a:lnTo>
                  <a:pt x="544" y="803"/>
                </a:lnTo>
                <a:lnTo>
                  <a:pt x="533" y="806"/>
                </a:lnTo>
                <a:lnTo>
                  <a:pt x="521" y="809"/>
                </a:lnTo>
                <a:lnTo>
                  <a:pt x="510" y="811"/>
                </a:lnTo>
                <a:lnTo>
                  <a:pt x="498" y="813"/>
                </a:lnTo>
                <a:lnTo>
                  <a:pt x="486" y="815"/>
                </a:lnTo>
                <a:lnTo>
                  <a:pt x="474" y="816"/>
                </a:lnTo>
                <a:lnTo>
                  <a:pt x="462" y="817"/>
                </a:lnTo>
                <a:lnTo>
                  <a:pt x="450" y="818"/>
                </a:lnTo>
                <a:lnTo>
                  <a:pt x="438" y="818"/>
                </a:lnTo>
                <a:lnTo>
                  <a:pt x="426" y="818"/>
                </a:lnTo>
                <a:lnTo>
                  <a:pt x="414" y="817"/>
                </a:lnTo>
                <a:lnTo>
                  <a:pt x="403" y="816"/>
                </a:lnTo>
                <a:lnTo>
                  <a:pt x="391" y="815"/>
                </a:lnTo>
                <a:lnTo>
                  <a:pt x="379" y="813"/>
                </a:lnTo>
                <a:lnTo>
                  <a:pt x="367" y="811"/>
                </a:lnTo>
                <a:lnTo>
                  <a:pt x="355" y="809"/>
                </a:lnTo>
                <a:lnTo>
                  <a:pt x="344" y="806"/>
                </a:lnTo>
                <a:lnTo>
                  <a:pt x="332" y="803"/>
                </a:lnTo>
                <a:lnTo>
                  <a:pt x="321" y="799"/>
                </a:lnTo>
                <a:lnTo>
                  <a:pt x="310" y="795"/>
                </a:lnTo>
                <a:lnTo>
                  <a:pt x="298" y="791"/>
                </a:lnTo>
                <a:lnTo>
                  <a:pt x="287" y="787"/>
                </a:lnTo>
                <a:lnTo>
                  <a:pt x="277" y="782"/>
                </a:lnTo>
                <a:lnTo>
                  <a:pt x="266" y="776"/>
                </a:lnTo>
                <a:lnTo>
                  <a:pt x="255" y="771"/>
                </a:lnTo>
                <a:lnTo>
                  <a:pt x="245" y="765"/>
                </a:lnTo>
                <a:lnTo>
                  <a:pt x="235" y="759"/>
                </a:lnTo>
                <a:lnTo>
                  <a:pt x="225" y="752"/>
                </a:lnTo>
                <a:lnTo>
                  <a:pt x="214" y="745"/>
                </a:lnTo>
                <a:lnTo>
                  <a:pt x="205" y="738"/>
                </a:lnTo>
                <a:lnTo>
                  <a:pt x="195" y="731"/>
                </a:lnTo>
                <a:lnTo>
                  <a:pt x="186" y="723"/>
                </a:lnTo>
                <a:lnTo>
                  <a:pt x="177" y="715"/>
                </a:lnTo>
                <a:lnTo>
                  <a:pt x="169" y="707"/>
                </a:lnTo>
                <a:lnTo>
                  <a:pt x="160" y="698"/>
                </a:lnTo>
                <a:lnTo>
                  <a:pt x="152" y="689"/>
                </a:lnTo>
                <a:lnTo>
                  <a:pt x="145" y="680"/>
                </a:lnTo>
                <a:lnTo>
                  <a:pt x="137" y="671"/>
                </a:lnTo>
                <a:lnTo>
                  <a:pt x="130" y="661"/>
                </a:lnTo>
                <a:lnTo>
                  <a:pt x="123" y="652"/>
                </a:lnTo>
                <a:lnTo>
                  <a:pt x="117" y="642"/>
                </a:lnTo>
                <a:lnTo>
                  <a:pt x="110" y="631"/>
                </a:lnTo>
                <a:lnTo>
                  <a:pt x="104" y="621"/>
                </a:lnTo>
                <a:lnTo>
                  <a:pt x="99" y="610"/>
                </a:lnTo>
                <a:lnTo>
                  <a:pt x="94" y="600"/>
                </a:lnTo>
                <a:lnTo>
                  <a:pt x="89" y="589"/>
                </a:lnTo>
                <a:lnTo>
                  <a:pt x="84" y="578"/>
                </a:lnTo>
                <a:lnTo>
                  <a:pt x="80" y="567"/>
                </a:lnTo>
                <a:lnTo>
                  <a:pt x="76" y="555"/>
                </a:lnTo>
                <a:lnTo>
                  <a:pt x="73" y="544"/>
                </a:lnTo>
                <a:lnTo>
                  <a:pt x="69" y="532"/>
                </a:lnTo>
                <a:lnTo>
                  <a:pt x="67" y="521"/>
                </a:lnTo>
                <a:lnTo>
                  <a:pt x="64" y="509"/>
                </a:lnTo>
                <a:lnTo>
                  <a:pt x="62" y="497"/>
                </a:lnTo>
                <a:lnTo>
                  <a:pt x="60" y="486"/>
                </a:lnTo>
                <a:lnTo>
                  <a:pt x="59" y="474"/>
                </a:lnTo>
                <a:lnTo>
                  <a:pt x="58" y="462"/>
                </a:lnTo>
                <a:lnTo>
                  <a:pt x="58" y="450"/>
                </a:lnTo>
                <a:lnTo>
                  <a:pt x="57" y="438"/>
                </a:lnTo>
                <a:lnTo>
                  <a:pt x="58" y="426"/>
                </a:lnTo>
                <a:lnTo>
                  <a:pt x="58" y="414"/>
                </a:lnTo>
                <a:lnTo>
                  <a:pt x="59" y="402"/>
                </a:lnTo>
                <a:lnTo>
                  <a:pt x="60" y="390"/>
                </a:lnTo>
                <a:lnTo>
                  <a:pt x="62" y="379"/>
                </a:lnTo>
                <a:lnTo>
                  <a:pt x="64" y="367"/>
                </a:lnTo>
                <a:lnTo>
                  <a:pt x="67" y="355"/>
                </a:lnTo>
                <a:lnTo>
                  <a:pt x="69" y="344"/>
                </a:lnTo>
                <a:lnTo>
                  <a:pt x="73" y="332"/>
                </a:lnTo>
                <a:lnTo>
                  <a:pt x="76" y="321"/>
                </a:lnTo>
                <a:lnTo>
                  <a:pt x="80" y="309"/>
                </a:lnTo>
                <a:lnTo>
                  <a:pt x="84" y="298"/>
                </a:lnTo>
                <a:lnTo>
                  <a:pt x="89" y="287"/>
                </a:lnTo>
                <a:lnTo>
                  <a:pt x="94" y="276"/>
                </a:lnTo>
                <a:lnTo>
                  <a:pt x="99" y="266"/>
                </a:lnTo>
                <a:lnTo>
                  <a:pt x="104" y="255"/>
                </a:lnTo>
                <a:lnTo>
                  <a:pt x="110" y="245"/>
                </a:lnTo>
                <a:lnTo>
                  <a:pt x="117" y="233"/>
                </a:lnTo>
                <a:lnTo>
                  <a:pt x="123" y="223"/>
                </a:lnTo>
                <a:lnTo>
                  <a:pt x="130" y="214"/>
                </a:lnTo>
                <a:lnTo>
                  <a:pt x="137" y="204"/>
                </a:lnTo>
                <a:lnTo>
                  <a:pt x="145" y="195"/>
                </a:lnTo>
                <a:lnTo>
                  <a:pt x="152" y="186"/>
                </a:lnTo>
                <a:lnTo>
                  <a:pt x="160" y="177"/>
                </a:lnTo>
                <a:lnTo>
                  <a:pt x="169" y="168"/>
                </a:lnTo>
                <a:lnTo>
                  <a:pt x="177" y="160"/>
                </a:lnTo>
                <a:lnTo>
                  <a:pt x="186" y="152"/>
                </a:lnTo>
                <a:lnTo>
                  <a:pt x="195" y="144"/>
                </a:lnTo>
                <a:lnTo>
                  <a:pt x="205" y="137"/>
                </a:lnTo>
                <a:lnTo>
                  <a:pt x="214" y="130"/>
                </a:lnTo>
                <a:lnTo>
                  <a:pt x="225" y="123"/>
                </a:lnTo>
                <a:lnTo>
                  <a:pt x="235" y="116"/>
                </a:lnTo>
                <a:lnTo>
                  <a:pt x="245" y="110"/>
                </a:lnTo>
                <a:lnTo>
                  <a:pt x="255" y="104"/>
                </a:lnTo>
                <a:lnTo>
                  <a:pt x="266" y="99"/>
                </a:lnTo>
                <a:lnTo>
                  <a:pt x="277" y="93"/>
                </a:lnTo>
                <a:lnTo>
                  <a:pt x="287" y="88"/>
                </a:lnTo>
                <a:lnTo>
                  <a:pt x="298" y="84"/>
                </a:lnTo>
                <a:lnTo>
                  <a:pt x="310" y="80"/>
                </a:lnTo>
                <a:lnTo>
                  <a:pt x="321" y="76"/>
                </a:lnTo>
                <a:lnTo>
                  <a:pt x="332" y="72"/>
                </a:lnTo>
                <a:lnTo>
                  <a:pt x="344" y="69"/>
                </a:lnTo>
                <a:lnTo>
                  <a:pt x="355" y="66"/>
                </a:lnTo>
                <a:lnTo>
                  <a:pt x="367" y="64"/>
                </a:lnTo>
                <a:lnTo>
                  <a:pt x="379" y="62"/>
                </a:lnTo>
                <a:lnTo>
                  <a:pt x="391" y="60"/>
                </a:lnTo>
                <a:lnTo>
                  <a:pt x="403" y="59"/>
                </a:lnTo>
                <a:lnTo>
                  <a:pt x="414" y="58"/>
                </a:lnTo>
                <a:lnTo>
                  <a:pt x="426" y="57"/>
                </a:lnTo>
                <a:lnTo>
                  <a:pt x="438" y="57"/>
                </a:lnTo>
                <a:lnTo>
                  <a:pt x="450" y="57"/>
                </a:lnTo>
                <a:lnTo>
                  <a:pt x="462" y="58"/>
                </a:lnTo>
                <a:lnTo>
                  <a:pt x="474" y="59"/>
                </a:lnTo>
                <a:lnTo>
                  <a:pt x="486" y="60"/>
                </a:lnTo>
                <a:lnTo>
                  <a:pt x="498" y="62"/>
                </a:lnTo>
                <a:lnTo>
                  <a:pt x="510" y="64"/>
                </a:lnTo>
                <a:lnTo>
                  <a:pt x="521" y="66"/>
                </a:lnTo>
                <a:lnTo>
                  <a:pt x="533" y="69"/>
                </a:lnTo>
                <a:lnTo>
                  <a:pt x="544" y="72"/>
                </a:lnTo>
                <a:lnTo>
                  <a:pt x="556" y="76"/>
                </a:lnTo>
                <a:lnTo>
                  <a:pt x="567" y="80"/>
                </a:lnTo>
                <a:lnTo>
                  <a:pt x="578" y="84"/>
                </a:lnTo>
                <a:lnTo>
                  <a:pt x="589" y="88"/>
                </a:lnTo>
                <a:lnTo>
                  <a:pt x="600" y="93"/>
                </a:lnTo>
                <a:lnTo>
                  <a:pt x="611" y="99"/>
                </a:lnTo>
                <a:lnTo>
                  <a:pt x="621" y="104"/>
                </a:lnTo>
                <a:lnTo>
                  <a:pt x="632" y="110"/>
                </a:lnTo>
                <a:lnTo>
                  <a:pt x="642" y="116"/>
                </a:lnTo>
                <a:lnTo>
                  <a:pt x="652" y="123"/>
                </a:lnTo>
                <a:lnTo>
                  <a:pt x="662" y="130"/>
                </a:lnTo>
                <a:lnTo>
                  <a:pt x="671" y="137"/>
                </a:lnTo>
                <a:lnTo>
                  <a:pt x="680" y="144"/>
                </a:lnTo>
                <a:lnTo>
                  <a:pt x="690" y="152"/>
                </a:lnTo>
                <a:lnTo>
                  <a:pt x="698" y="160"/>
                </a:lnTo>
                <a:lnTo>
                  <a:pt x="707" y="168"/>
                </a:lnTo>
                <a:lnTo>
                  <a:pt x="715" y="177"/>
                </a:lnTo>
                <a:lnTo>
                  <a:pt x="723" y="186"/>
                </a:lnTo>
                <a:lnTo>
                  <a:pt x="731" y="195"/>
                </a:lnTo>
                <a:lnTo>
                  <a:pt x="738" y="204"/>
                </a:lnTo>
                <a:lnTo>
                  <a:pt x="746" y="214"/>
                </a:lnTo>
                <a:lnTo>
                  <a:pt x="753" y="223"/>
                </a:lnTo>
                <a:lnTo>
                  <a:pt x="759" y="233"/>
                </a:lnTo>
                <a:lnTo>
                  <a:pt x="765" y="245"/>
                </a:lnTo>
                <a:lnTo>
                  <a:pt x="771" y="255"/>
                </a:lnTo>
                <a:lnTo>
                  <a:pt x="777" y="266"/>
                </a:lnTo>
                <a:lnTo>
                  <a:pt x="782" y="276"/>
                </a:lnTo>
                <a:lnTo>
                  <a:pt x="787" y="287"/>
                </a:lnTo>
                <a:lnTo>
                  <a:pt x="792" y="298"/>
                </a:lnTo>
                <a:lnTo>
                  <a:pt x="796" y="309"/>
                </a:lnTo>
                <a:lnTo>
                  <a:pt x="800" y="321"/>
                </a:lnTo>
                <a:lnTo>
                  <a:pt x="803" y="332"/>
                </a:lnTo>
                <a:lnTo>
                  <a:pt x="806" y="344"/>
                </a:lnTo>
                <a:lnTo>
                  <a:pt x="809" y="355"/>
                </a:lnTo>
                <a:lnTo>
                  <a:pt x="811" y="367"/>
                </a:lnTo>
                <a:lnTo>
                  <a:pt x="814" y="379"/>
                </a:lnTo>
                <a:lnTo>
                  <a:pt x="815" y="390"/>
                </a:lnTo>
                <a:lnTo>
                  <a:pt x="817" y="402"/>
                </a:lnTo>
                <a:lnTo>
                  <a:pt x="817" y="414"/>
                </a:lnTo>
                <a:lnTo>
                  <a:pt x="818" y="426"/>
                </a:lnTo>
                <a:lnTo>
                  <a:pt x="818" y="438"/>
                </a:lnTo>
                <a:moveTo>
                  <a:pt x="875" y="438"/>
                </a:moveTo>
                <a:lnTo>
                  <a:pt x="875" y="424"/>
                </a:lnTo>
                <a:lnTo>
                  <a:pt x="874" y="411"/>
                </a:lnTo>
                <a:lnTo>
                  <a:pt x="873" y="397"/>
                </a:lnTo>
                <a:lnTo>
                  <a:pt x="872" y="383"/>
                </a:lnTo>
                <a:lnTo>
                  <a:pt x="870" y="370"/>
                </a:lnTo>
                <a:lnTo>
                  <a:pt x="868" y="356"/>
                </a:lnTo>
                <a:lnTo>
                  <a:pt x="865" y="343"/>
                </a:lnTo>
                <a:lnTo>
                  <a:pt x="862" y="329"/>
                </a:lnTo>
                <a:lnTo>
                  <a:pt x="858" y="316"/>
                </a:lnTo>
                <a:lnTo>
                  <a:pt x="854" y="303"/>
                </a:lnTo>
                <a:lnTo>
                  <a:pt x="850" y="290"/>
                </a:lnTo>
                <a:lnTo>
                  <a:pt x="845" y="277"/>
                </a:lnTo>
                <a:lnTo>
                  <a:pt x="839" y="264"/>
                </a:lnTo>
                <a:lnTo>
                  <a:pt x="834" y="252"/>
                </a:lnTo>
                <a:lnTo>
                  <a:pt x="828" y="239"/>
                </a:lnTo>
                <a:lnTo>
                  <a:pt x="821" y="226"/>
                </a:lnTo>
                <a:lnTo>
                  <a:pt x="815" y="215"/>
                </a:lnTo>
                <a:lnTo>
                  <a:pt x="807" y="203"/>
                </a:lnTo>
                <a:lnTo>
                  <a:pt x="800" y="191"/>
                </a:lnTo>
                <a:lnTo>
                  <a:pt x="792" y="180"/>
                </a:lnTo>
                <a:lnTo>
                  <a:pt x="784" y="169"/>
                </a:lnTo>
                <a:lnTo>
                  <a:pt x="775" y="158"/>
                </a:lnTo>
                <a:lnTo>
                  <a:pt x="766" y="148"/>
                </a:lnTo>
                <a:lnTo>
                  <a:pt x="757" y="138"/>
                </a:lnTo>
                <a:lnTo>
                  <a:pt x="747" y="128"/>
                </a:lnTo>
                <a:lnTo>
                  <a:pt x="737" y="118"/>
                </a:lnTo>
                <a:lnTo>
                  <a:pt x="727" y="109"/>
                </a:lnTo>
                <a:lnTo>
                  <a:pt x="717" y="100"/>
                </a:lnTo>
                <a:lnTo>
                  <a:pt x="706" y="92"/>
                </a:lnTo>
                <a:lnTo>
                  <a:pt x="695" y="83"/>
                </a:lnTo>
                <a:lnTo>
                  <a:pt x="684" y="76"/>
                </a:lnTo>
                <a:lnTo>
                  <a:pt x="673" y="68"/>
                </a:lnTo>
                <a:lnTo>
                  <a:pt x="661" y="61"/>
                </a:lnTo>
                <a:lnTo>
                  <a:pt x="649" y="54"/>
                </a:lnTo>
                <a:lnTo>
                  <a:pt x="637" y="48"/>
                </a:lnTo>
                <a:lnTo>
                  <a:pt x="624" y="42"/>
                </a:lnTo>
                <a:lnTo>
                  <a:pt x="612" y="36"/>
                </a:lnTo>
                <a:lnTo>
                  <a:pt x="599" y="31"/>
                </a:lnTo>
                <a:lnTo>
                  <a:pt x="586" y="26"/>
                </a:lnTo>
                <a:lnTo>
                  <a:pt x="573" y="21"/>
                </a:lnTo>
                <a:lnTo>
                  <a:pt x="560" y="17"/>
                </a:lnTo>
                <a:lnTo>
                  <a:pt x="547" y="14"/>
                </a:lnTo>
                <a:lnTo>
                  <a:pt x="534" y="10"/>
                </a:lnTo>
                <a:lnTo>
                  <a:pt x="520" y="8"/>
                </a:lnTo>
                <a:lnTo>
                  <a:pt x="507" y="5"/>
                </a:lnTo>
                <a:lnTo>
                  <a:pt x="493" y="3"/>
                </a:lnTo>
                <a:lnTo>
                  <a:pt x="479" y="2"/>
                </a:lnTo>
                <a:lnTo>
                  <a:pt x="466" y="1"/>
                </a:lnTo>
                <a:lnTo>
                  <a:pt x="452" y="0"/>
                </a:lnTo>
                <a:lnTo>
                  <a:pt x="438" y="0"/>
                </a:lnTo>
                <a:lnTo>
                  <a:pt x="425" y="0"/>
                </a:lnTo>
                <a:lnTo>
                  <a:pt x="411" y="1"/>
                </a:lnTo>
                <a:lnTo>
                  <a:pt x="397" y="2"/>
                </a:lnTo>
                <a:lnTo>
                  <a:pt x="384" y="3"/>
                </a:lnTo>
                <a:lnTo>
                  <a:pt x="370" y="5"/>
                </a:lnTo>
                <a:lnTo>
                  <a:pt x="356" y="8"/>
                </a:lnTo>
                <a:lnTo>
                  <a:pt x="343" y="10"/>
                </a:lnTo>
                <a:lnTo>
                  <a:pt x="330" y="14"/>
                </a:lnTo>
                <a:lnTo>
                  <a:pt x="316" y="17"/>
                </a:lnTo>
                <a:lnTo>
                  <a:pt x="303" y="21"/>
                </a:lnTo>
                <a:lnTo>
                  <a:pt x="290" y="26"/>
                </a:lnTo>
                <a:lnTo>
                  <a:pt x="277" y="31"/>
                </a:lnTo>
                <a:lnTo>
                  <a:pt x="265" y="36"/>
                </a:lnTo>
                <a:lnTo>
                  <a:pt x="252" y="42"/>
                </a:lnTo>
                <a:lnTo>
                  <a:pt x="240" y="48"/>
                </a:lnTo>
                <a:lnTo>
                  <a:pt x="228" y="54"/>
                </a:lnTo>
                <a:lnTo>
                  <a:pt x="215" y="61"/>
                </a:lnTo>
                <a:lnTo>
                  <a:pt x="203" y="68"/>
                </a:lnTo>
                <a:lnTo>
                  <a:pt x="192" y="76"/>
                </a:lnTo>
                <a:lnTo>
                  <a:pt x="180" y="83"/>
                </a:lnTo>
                <a:lnTo>
                  <a:pt x="169" y="92"/>
                </a:lnTo>
                <a:lnTo>
                  <a:pt x="159" y="100"/>
                </a:lnTo>
                <a:lnTo>
                  <a:pt x="148" y="109"/>
                </a:lnTo>
                <a:lnTo>
                  <a:pt x="138" y="118"/>
                </a:lnTo>
                <a:lnTo>
                  <a:pt x="128" y="128"/>
                </a:lnTo>
                <a:lnTo>
                  <a:pt x="119" y="138"/>
                </a:lnTo>
                <a:lnTo>
                  <a:pt x="110" y="148"/>
                </a:lnTo>
                <a:lnTo>
                  <a:pt x="101" y="158"/>
                </a:lnTo>
                <a:lnTo>
                  <a:pt x="92" y="169"/>
                </a:lnTo>
                <a:lnTo>
                  <a:pt x="84" y="180"/>
                </a:lnTo>
                <a:lnTo>
                  <a:pt x="76" y="191"/>
                </a:lnTo>
                <a:lnTo>
                  <a:pt x="68" y="203"/>
                </a:lnTo>
                <a:lnTo>
                  <a:pt x="61" y="215"/>
                </a:lnTo>
                <a:lnTo>
                  <a:pt x="54" y="226"/>
                </a:lnTo>
                <a:lnTo>
                  <a:pt x="48" y="239"/>
                </a:lnTo>
                <a:lnTo>
                  <a:pt x="42" y="252"/>
                </a:lnTo>
                <a:lnTo>
                  <a:pt x="36" y="264"/>
                </a:lnTo>
                <a:lnTo>
                  <a:pt x="31" y="277"/>
                </a:lnTo>
                <a:lnTo>
                  <a:pt x="26" y="290"/>
                </a:lnTo>
                <a:lnTo>
                  <a:pt x="22" y="303"/>
                </a:lnTo>
                <a:lnTo>
                  <a:pt x="18" y="316"/>
                </a:lnTo>
                <a:lnTo>
                  <a:pt x="14" y="329"/>
                </a:lnTo>
                <a:lnTo>
                  <a:pt x="11" y="343"/>
                </a:lnTo>
                <a:lnTo>
                  <a:pt x="8" y="356"/>
                </a:lnTo>
                <a:lnTo>
                  <a:pt x="6" y="370"/>
                </a:lnTo>
                <a:lnTo>
                  <a:pt x="4" y="383"/>
                </a:lnTo>
                <a:lnTo>
                  <a:pt x="2" y="397"/>
                </a:lnTo>
                <a:lnTo>
                  <a:pt x="1" y="411"/>
                </a:lnTo>
                <a:lnTo>
                  <a:pt x="1" y="424"/>
                </a:lnTo>
                <a:lnTo>
                  <a:pt x="0" y="438"/>
                </a:lnTo>
                <a:lnTo>
                  <a:pt x="1" y="452"/>
                </a:lnTo>
                <a:lnTo>
                  <a:pt x="1" y="465"/>
                </a:lnTo>
                <a:lnTo>
                  <a:pt x="2" y="479"/>
                </a:lnTo>
                <a:lnTo>
                  <a:pt x="4" y="493"/>
                </a:lnTo>
                <a:lnTo>
                  <a:pt x="6" y="506"/>
                </a:lnTo>
                <a:lnTo>
                  <a:pt x="8" y="520"/>
                </a:lnTo>
                <a:lnTo>
                  <a:pt x="11" y="533"/>
                </a:lnTo>
                <a:lnTo>
                  <a:pt x="14" y="547"/>
                </a:lnTo>
                <a:lnTo>
                  <a:pt x="18" y="560"/>
                </a:lnTo>
                <a:lnTo>
                  <a:pt x="22" y="573"/>
                </a:lnTo>
                <a:lnTo>
                  <a:pt x="26" y="586"/>
                </a:lnTo>
                <a:lnTo>
                  <a:pt x="31" y="599"/>
                </a:lnTo>
                <a:lnTo>
                  <a:pt x="36" y="612"/>
                </a:lnTo>
                <a:lnTo>
                  <a:pt x="42" y="624"/>
                </a:lnTo>
                <a:lnTo>
                  <a:pt x="48" y="636"/>
                </a:lnTo>
                <a:lnTo>
                  <a:pt x="54" y="649"/>
                </a:lnTo>
                <a:lnTo>
                  <a:pt x="61" y="660"/>
                </a:lnTo>
                <a:lnTo>
                  <a:pt x="68" y="672"/>
                </a:lnTo>
                <a:lnTo>
                  <a:pt x="76" y="684"/>
                </a:lnTo>
                <a:lnTo>
                  <a:pt x="84" y="695"/>
                </a:lnTo>
                <a:lnTo>
                  <a:pt x="92" y="706"/>
                </a:lnTo>
                <a:lnTo>
                  <a:pt x="101" y="717"/>
                </a:lnTo>
                <a:lnTo>
                  <a:pt x="110" y="727"/>
                </a:lnTo>
                <a:lnTo>
                  <a:pt x="119" y="737"/>
                </a:lnTo>
                <a:lnTo>
                  <a:pt x="128" y="747"/>
                </a:lnTo>
                <a:lnTo>
                  <a:pt x="138" y="757"/>
                </a:lnTo>
                <a:lnTo>
                  <a:pt x="148" y="766"/>
                </a:lnTo>
                <a:lnTo>
                  <a:pt x="159" y="775"/>
                </a:lnTo>
                <a:lnTo>
                  <a:pt x="169" y="783"/>
                </a:lnTo>
                <a:lnTo>
                  <a:pt x="180" y="792"/>
                </a:lnTo>
                <a:lnTo>
                  <a:pt x="192" y="799"/>
                </a:lnTo>
                <a:lnTo>
                  <a:pt x="203" y="807"/>
                </a:lnTo>
                <a:lnTo>
                  <a:pt x="215" y="814"/>
                </a:lnTo>
                <a:lnTo>
                  <a:pt x="228" y="821"/>
                </a:lnTo>
                <a:lnTo>
                  <a:pt x="240" y="827"/>
                </a:lnTo>
                <a:lnTo>
                  <a:pt x="252" y="833"/>
                </a:lnTo>
                <a:lnTo>
                  <a:pt x="265" y="839"/>
                </a:lnTo>
                <a:lnTo>
                  <a:pt x="277" y="844"/>
                </a:lnTo>
                <a:lnTo>
                  <a:pt x="290" y="849"/>
                </a:lnTo>
                <a:lnTo>
                  <a:pt x="303" y="854"/>
                </a:lnTo>
                <a:lnTo>
                  <a:pt x="316" y="858"/>
                </a:lnTo>
                <a:lnTo>
                  <a:pt x="330" y="861"/>
                </a:lnTo>
                <a:lnTo>
                  <a:pt x="343" y="865"/>
                </a:lnTo>
                <a:lnTo>
                  <a:pt x="356" y="867"/>
                </a:lnTo>
                <a:lnTo>
                  <a:pt x="370" y="870"/>
                </a:lnTo>
                <a:lnTo>
                  <a:pt x="384" y="872"/>
                </a:lnTo>
                <a:lnTo>
                  <a:pt x="397" y="873"/>
                </a:lnTo>
                <a:lnTo>
                  <a:pt x="411" y="874"/>
                </a:lnTo>
                <a:lnTo>
                  <a:pt x="425" y="875"/>
                </a:lnTo>
                <a:lnTo>
                  <a:pt x="438" y="875"/>
                </a:lnTo>
                <a:lnTo>
                  <a:pt x="452" y="875"/>
                </a:lnTo>
                <a:lnTo>
                  <a:pt x="466" y="874"/>
                </a:lnTo>
                <a:lnTo>
                  <a:pt x="479" y="873"/>
                </a:lnTo>
                <a:lnTo>
                  <a:pt x="493" y="872"/>
                </a:lnTo>
                <a:lnTo>
                  <a:pt x="507" y="870"/>
                </a:lnTo>
                <a:lnTo>
                  <a:pt x="520" y="867"/>
                </a:lnTo>
                <a:lnTo>
                  <a:pt x="534" y="865"/>
                </a:lnTo>
                <a:lnTo>
                  <a:pt x="547" y="861"/>
                </a:lnTo>
                <a:lnTo>
                  <a:pt x="560" y="858"/>
                </a:lnTo>
                <a:lnTo>
                  <a:pt x="573" y="854"/>
                </a:lnTo>
                <a:lnTo>
                  <a:pt x="586" y="849"/>
                </a:lnTo>
                <a:lnTo>
                  <a:pt x="599" y="844"/>
                </a:lnTo>
                <a:lnTo>
                  <a:pt x="612" y="839"/>
                </a:lnTo>
                <a:lnTo>
                  <a:pt x="624" y="833"/>
                </a:lnTo>
                <a:lnTo>
                  <a:pt x="637" y="827"/>
                </a:lnTo>
                <a:lnTo>
                  <a:pt x="649" y="821"/>
                </a:lnTo>
                <a:lnTo>
                  <a:pt x="661" y="814"/>
                </a:lnTo>
                <a:lnTo>
                  <a:pt x="673" y="807"/>
                </a:lnTo>
                <a:lnTo>
                  <a:pt x="684" y="799"/>
                </a:lnTo>
                <a:lnTo>
                  <a:pt x="695" y="792"/>
                </a:lnTo>
                <a:lnTo>
                  <a:pt x="706" y="783"/>
                </a:lnTo>
                <a:lnTo>
                  <a:pt x="717" y="775"/>
                </a:lnTo>
                <a:lnTo>
                  <a:pt x="727" y="766"/>
                </a:lnTo>
                <a:lnTo>
                  <a:pt x="737" y="757"/>
                </a:lnTo>
                <a:lnTo>
                  <a:pt x="747" y="747"/>
                </a:lnTo>
                <a:lnTo>
                  <a:pt x="757" y="737"/>
                </a:lnTo>
                <a:lnTo>
                  <a:pt x="766" y="727"/>
                </a:lnTo>
                <a:lnTo>
                  <a:pt x="775" y="717"/>
                </a:lnTo>
                <a:lnTo>
                  <a:pt x="784" y="706"/>
                </a:lnTo>
                <a:lnTo>
                  <a:pt x="792" y="695"/>
                </a:lnTo>
                <a:lnTo>
                  <a:pt x="800" y="684"/>
                </a:lnTo>
                <a:lnTo>
                  <a:pt x="807" y="672"/>
                </a:lnTo>
                <a:lnTo>
                  <a:pt x="815" y="660"/>
                </a:lnTo>
                <a:lnTo>
                  <a:pt x="821" y="649"/>
                </a:lnTo>
                <a:lnTo>
                  <a:pt x="828" y="636"/>
                </a:lnTo>
                <a:lnTo>
                  <a:pt x="834" y="624"/>
                </a:lnTo>
                <a:lnTo>
                  <a:pt x="839" y="612"/>
                </a:lnTo>
                <a:lnTo>
                  <a:pt x="845" y="599"/>
                </a:lnTo>
                <a:lnTo>
                  <a:pt x="850" y="586"/>
                </a:lnTo>
                <a:lnTo>
                  <a:pt x="854" y="573"/>
                </a:lnTo>
                <a:lnTo>
                  <a:pt x="858" y="560"/>
                </a:lnTo>
                <a:lnTo>
                  <a:pt x="862" y="547"/>
                </a:lnTo>
                <a:lnTo>
                  <a:pt x="865" y="533"/>
                </a:lnTo>
                <a:lnTo>
                  <a:pt x="868" y="520"/>
                </a:lnTo>
                <a:lnTo>
                  <a:pt x="870" y="506"/>
                </a:lnTo>
                <a:lnTo>
                  <a:pt x="872" y="493"/>
                </a:lnTo>
                <a:lnTo>
                  <a:pt x="873" y="479"/>
                </a:lnTo>
                <a:lnTo>
                  <a:pt x="874" y="465"/>
                </a:lnTo>
                <a:lnTo>
                  <a:pt x="875" y="452"/>
                </a:lnTo>
                <a:lnTo>
                  <a:pt x="875" y="438"/>
                </a:lnTo>
                <a:close/>
              </a:path>
            </a:pathLst>
          </a:custGeom>
          <a:solidFill>
            <a:srgbClr val="fffe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3537000" y="1327320"/>
            <a:ext cx="317520" cy="317160"/>
          </a:xfrm>
          <a:custGeom>
            <a:avLst/>
            <a:gdLst/>
            <a:ahLst/>
            <a:rect l="0" t="0" r="r" b="b"/>
            <a:pathLst>
              <a:path w="882" h="881">
                <a:moveTo>
                  <a:pt x="878" y="441"/>
                </a:moveTo>
                <a:lnTo>
                  <a:pt x="878" y="455"/>
                </a:lnTo>
                <a:lnTo>
                  <a:pt x="877" y="468"/>
                </a:lnTo>
                <a:lnTo>
                  <a:pt x="876" y="482"/>
                </a:lnTo>
                <a:lnTo>
                  <a:pt x="875" y="496"/>
                </a:lnTo>
                <a:lnTo>
                  <a:pt x="873" y="509"/>
                </a:lnTo>
                <a:lnTo>
                  <a:pt x="871" y="523"/>
                </a:lnTo>
                <a:lnTo>
                  <a:pt x="868" y="536"/>
                </a:lnTo>
                <a:lnTo>
                  <a:pt x="865" y="550"/>
                </a:lnTo>
                <a:lnTo>
                  <a:pt x="861" y="563"/>
                </a:lnTo>
                <a:lnTo>
                  <a:pt x="857" y="576"/>
                </a:lnTo>
                <a:lnTo>
                  <a:pt x="853" y="589"/>
                </a:lnTo>
                <a:lnTo>
                  <a:pt x="848" y="602"/>
                </a:lnTo>
                <a:lnTo>
                  <a:pt x="842" y="615"/>
                </a:lnTo>
                <a:lnTo>
                  <a:pt x="837" y="627"/>
                </a:lnTo>
                <a:lnTo>
                  <a:pt x="831" y="639"/>
                </a:lnTo>
                <a:lnTo>
                  <a:pt x="824" y="652"/>
                </a:lnTo>
                <a:lnTo>
                  <a:pt x="818" y="663"/>
                </a:lnTo>
                <a:lnTo>
                  <a:pt x="810" y="675"/>
                </a:lnTo>
                <a:lnTo>
                  <a:pt x="803" y="687"/>
                </a:lnTo>
                <a:lnTo>
                  <a:pt x="795" y="698"/>
                </a:lnTo>
                <a:lnTo>
                  <a:pt x="787" y="709"/>
                </a:lnTo>
                <a:lnTo>
                  <a:pt x="778" y="720"/>
                </a:lnTo>
                <a:lnTo>
                  <a:pt x="769" y="730"/>
                </a:lnTo>
                <a:lnTo>
                  <a:pt x="760" y="740"/>
                </a:lnTo>
                <a:lnTo>
                  <a:pt x="750" y="750"/>
                </a:lnTo>
                <a:lnTo>
                  <a:pt x="740" y="760"/>
                </a:lnTo>
                <a:lnTo>
                  <a:pt x="730" y="769"/>
                </a:lnTo>
                <a:lnTo>
                  <a:pt x="720" y="778"/>
                </a:lnTo>
                <a:lnTo>
                  <a:pt x="709" y="786"/>
                </a:lnTo>
                <a:lnTo>
                  <a:pt x="698" y="795"/>
                </a:lnTo>
                <a:lnTo>
                  <a:pt x="687" y="802"/>
                </a:lnTo>
                <a:lnTo>
                  <a:pt x="676" y="810"/>
                </a:lnTo>
                <a:lnTo>
                  <a:pt x="664" y="817"/>
                </a:lnTo>
                <a:lnTo>
                  <a:pt x="652" y="824"/>
                </a:lnTo>
                <a:lnTo>
                  <a:pt x="640" y="830"/>
                </a:lnTo>
                <a:lnTo>
                  <a:pt x="627" y="836"/>
                </a:lnTo>
                <a:lnTo>
                  <a:pt x="615" y="842"/>
                </a:lnTo>
                <a:lnTo>
                  <a:pt x="602" y="847"/>
                </a:lnTo>
                <a:lnTo>
                  <a:pt x="589" y="852"/>
                </a:lnTo>
                <a:lnTo>
                  <a:pt x="576" y="857"/>
                </a:lnTo>
                <a:lnTo>
                  <a:pt x="563" y="861"/>
                </a:lnTo>
                <a:lnTo>
                  <a:pt x="550" y="864"/>
                </a:lnTo>
                <a:lnTo>
                  <a:pt x="537" y="868"/>
                </a:lnTo>
                <a:lnTo>
                  <a:pt x="523" y="870"/>
                </a:lnTo>
                <a:lnTo>
                  <a:pt x="510" y="873"/>
                </a:lnTo>
                <a:lnTo>
                  <a:pt x="496" y="875"/>
                </a:lnTo>
                <a:lnTo>
                  <a:pt x="482" y="876"/>
                </a:lnTo>
                <a:lnTo>
                  <a:pt x="469" y="877"/>
                </a:lnTo>
                <a:lnTo>
                  <a:pt x="455" y="878"/>
                </a:lnTo>
                <a:lnTo>
                  <a:pt x="441" y="878"/>
                </a:lnTo>
                <a:lnTo>
                  <a:pt x="428" y="878"/>
                </a:lnTo>
                <a:lnTo>
                  <a:pt x="414" y="877"/>
                </a:lnTo>
                <a:lnTo>
                  <a:pt x="400" y="876"/>
                </a:lnTo>
                <a:lnTo>
                  <a:pt x="387" y="875"/>
                </a:lnTo>
                <a:lnTo>
                  <a:pt x="373" y="873"/>
                </a:lnTo>
                <a:lnTo>
                  <a:pt x="359" y="870"/>
                </a:lnTo>
                <a:lnTo>
                  <a:pt x="346" y="868"/>
                </a:lnTo>
                <a:lnTo>
                  <a:pt x="333" y="864"/>
                </a:lnTo>
                <a:lnTo>
                  <a:pt x="319" y="861"/>
                </a:lnTo>
                <a:lnTo>
                  <a:pt x="306" y="857"/>
                </a:lnTo>
                <a:lnTo>
                  <a:pt x="292" y="852"/>
                </a:lnTo>
                <a:lnTo>
                  <a:pt x="279" y="847"/>
                </a:lnTo>
                <a:lnTo>
                  <a:pt x="267" y="842"/>
                </a:lnTo>
                <a:lnTo>
                  <a:pt x="254" y="836"/>
                </a:lnTo>
                <a:lnTo>
                  <a:pt x="242" y="830"/>
                </a:lnTo>
                <a:lnTo>
                  <a:pt x="230" y="824"/>
                </a:lnTo>
                <a:lnTo>
                  <a:pt x="218" y="817"/>
                </a:lnTo>
                <a:lnTo>
                  <a:pt x="206" y="810"/>
                </a:lnTo>
                <a:lnTo>
                  <a:pt x="195" y="802"/>
                </a:lnTo>
                <a:lnTo>
                  <a:pt x="183" y="795"/>
                </a:lnTo>
                <a:lnTo>
                  <a:pt x="172" y="786"/>
                </a:lnTo>
                <a:lnTo>
                  <a:pt x="162" y="778"/>
                </a:lnTo>
                <a:lnTo>
                  <a:pt x="151" y="769"/>
                </a:lnTo>
                <a:lnTo>
                  <a:pt x="141" y="760"/>
                </a:lnTo>
                <a:lnTo>
                  <a:pt x="131" y="750"/>
                </a:lnTo>
                <a:lnTo>
                  <a:pt x="122" y="740"/>
                </a:lnTo>
                <a:lnTo>
                  <a:pt x="113" y="730"/>
                </a:lnTo>
                <a:lnTo>
                  <a:pt x="104" y="720"/>
                </a:lnTo>
                <a:lnTo>
                  <a:pt x="95" y="709"/>
                </a:lnTo>
                <a:lnTo>
                  <a:pt x="87" y="698"/>
                </a:lnTo>
                <a:lnTo>
                  <a:pt x="79" y="687"/>
                </a:lnTo>
                <a:lnTo>
                  <a:pt x="71" y="675"/>
                </a:lnTo>
                <a:lnTo>
                  <a:pt x="64" y="663"/>
                </a:lnTo>
                <a:lnTo>
                  <a:pt x="57" y="652"/>
                </a:lnTo>
                <a:lnTo>
                  <a:pt x="51" y="639"/>
                </a:lnTo>
                <a:lnTo>
                  <a:pt x="45" y="627"/>
                </a:lnTo>
                <a:lnTo>
                  <a:pt x="39" y="615"/>
                </a:lnTo>
                <a:lnTo>
                  <a:pt x="34" y="602"/>
                </a:lnTo>
                <a:lnTo>
                  <a:pt x="29" y="589"/>
                </a:lnTo>
                <a:lnTo>
                  <a:pt x="25" y="576"/>
                </a:lnTo>
                <a:lnTo>
                  <a:pt x="21" y="563"/>
                </a:lnTo>
                <a:lnTo>
                  <a:pt x="17" y="550"/>
                </a:lnTo>
                <a:lnTo>
                  <a:pt x="14" y="536"/>
                </a:lnTo>
                <a:lnTo>
                  <a:pt x="11" y="523"/>
                </a:lnTo>
                <a:lnTo>
                  <a:pt x="9" y="509"/>
                </a:lnTo>
                <a:lnTo>
                  <a:pt x="7" y="496"/>
                </a:lnTo>
                <a:lnTo>
                  <a:pt x="5" y="482"/>
                </a:lnTo>
                <a:lnTo>
                  <a:pt x="4" y="468"/>
                </a:lnTo>
                <a:lnTo>
                  <a:pt x="4" y="455"/>
                </a:lnTo>
                <a:lnTo>
                  <a:pt x="3" y="441"/>
                </a:lnTo>
                <a:lnTo>
                  <a:pt x="4" y="427"/>
                </a:lnTo>
                <a:lnTo>
                  <a:pt x="4" y="414"/>
                </a:lnTo>
                <a:lnTo>
                  <a:pt x="5" y="400"/>
                </a:lnTo>
                <a:lnTo>
                  <a:pt x="7" y="386"/>
                </a:lnTo>
                <a:lnTo>
                  <a:pt x="9" y="373"/>
                </a:lnTo>
                <a:lnTo>
                  <a:pt x="11" y="359"/>
                </a:lnTo>
                <a:lnTo>
                  <a:pt x="14" y="346"/>
                </a:lnTo>
                <a:lnTo>
                  <a:pt x="17" y="332"/>
                </a:lnTo>
                <a:lnTo>
                  <a:pt x="21" y="319"/>
                </a:lnTo>
                <a:lnTo>
                  <a:pt x="25" y="306"/>
                </a:lnTo>
                <a:lnTo>
                  <a:pt x="29" y="293"/>
                </a:lnTo>
                <a:lnTo>
                  <a:pt x="34" y="280"/>
                </a:lnTo>
                <a:lnTo>
                  <a:pt x="39" y="266"/>
                </a:lnTo>
                <a:lnTo>
                  <a:pt x="45" y="254"/>
                </a:lnTo>
                <a:lnTo>
                  <a:pt x="51" y="242"/>
                </a:lnTo>
                <a:lnTo>
                  <a:pt x="57" y="229"/>
                </a:lnTo>
                <a:lnTo>
                  <a:pt x="64" y="218"/>
                </a:lnTo>
                <a:lnTo>
                  <a:pt x="71" y="206"/>
                </a:lnTo>
                <a:lnTo>
                  <a:pt x="79" y="194"/>
                </a:lnTo>
                <a:lnTo>
                  <a:pt x="87" y="183"/>
                </a:lnTo>
                <a:lnTo>
                  <a:pt x="95" y="172"/>
                </a:lnTo>
                <a:lnTo>
                  <a:pt x="104" y="161"/>
                </a:lnTo>
                <a:lnTo>
                  <a:pt x="113" y="151"/>
                </a:lnTo>
                <a:lnTo>
                  <a:pt x="122" y="141"/>
                </a:lnTo>
                <a:lnTo>
                  <a:pt x="131" y="131"/>
                </a:lnTo>
                <a:lnTo>
                  <a:pt x="141" y="121"/>
                </a:lnTo>
                <a:lnTo>
                  <a:pt x="151" y="112"/>
                </a:lnTo>
                <a:lnTo>
                  <a:pt x="162" y="103"/>
                </a:lnTo>
                <a:lnTo>
                  <a:pt x="172" y="95"/>
                </a:lnTo>
                <a:lnTo>
                  <a:pt x="183" y="86"/>
                </a:lnTo>
                <a:lnTo>
                  <a:pt x="195" y="79"/>
                </a:lnTo>
                <a:lnTo>
                  <a:pt x="206" y="71"/>
                </a:lnTo>
                <a:lnTo>
                  <a:pt x="218" y="64"/>
                </a:lnTo>
                <a:lnTo>
                  <a:pt x="230" y="57"/>
                </a:lnTo>
                <a:lnTo>
                  <a:pt x="242" y="51"/>
                </a:lnTo>
                <a:lnTo>
                  <a:pt x="254" y="45"/>
                </a:lnTo>
                <a:lnTo>
                  <a:pt x="267" y="39"/>
                </a:lnTo>
                <a:lnTo>
                  <a:pt x="279" y="34"/>
                </a:lnTo>
                <a:lnTo>
                  <a:pt x="292" y="29"/>
                </a:lnTo>
                <a:lnTo>
                  <a:pt x="306" y="24"/>
                </a:lnTo>
                <a:lnTo>
                  <a:pt x="319" y="20"/>
                </a:lnTo>
                <a:lnTo>
                  <a:pt x="333" y="17"/>
                </a:lnTo>
                <a:lnTo>
                  <a:pt x="346" y="13"/>
                </a:lnTo>
                <a:lnTo>
                  <a:pt x="359" y="11"/>
                </a:lnTo>
                <a:lnTo>
                  <a:pt x="373" y="8"/>
                </a:lnTo>
                <a:lnTo>
                  <a:pt x="387" y="6"/>
                </a:lnTo>
                <a:lnTo>
                  <a:pt x="400" y="5"/>
                </a:lnTo>
                <a:lnTo>
                  <a:pt x="414" y="4"/>
                </a:lnTo>
                <a:lnTo>
                  <a:pt x="428" y="3"/>
                </a:lnTo>
                <a:lnTo>
                  <a:pt x="441" y="3"/>
                </a:lnTo>
                <a:lnTo>
                  <a:pt x="455" y="3"/>
                </a:lnTo>
                <a:lnTo>
                  <a:pt x="469" y="4"/>
                </a:lnTo>
                <a:lnTo>
                  <a:pt x="482" y="5"/>
                </a:lnTo>
                <a:lnTo>
                  <a:pt x="496" y="6"/>
                </a:lnTo>
                <a:lnTo>
                  <a:pt x="510" y="8"/>
                </a:lnTo>
                <a:lnTo>
                  <a:pt x="523" y="11"/>
                </a:lnTo>
                <a:lnTo>
                  <a:pt x="537" y="13"/>
                </a:lnTo>
                <a:lnTo>
                  <a:pt x="550" y="17"/>
                </a:lnTo>
                <a:lnTo>
                  <a:pt x="563" y="20"/>
                </a:lnTo>
                <a:lnTo>
                  <a:pt x="576" y="24"/>
                </a:lnTo>
                <a:lnTo>
                  <a:pt x="589" y="29"/>
                </a:lnTo>
                <a:lnTo>
                  <a:pt x="602" y="34"/>
                </a:lnTo>
                <a:lnTo>
                  <a:pt x="615" y="39"/>
                </a:lnTo>
                <a:lnTo>
                  <a:pt x="627" y="45"/>
                </a:lnTo>
                <a:lnTo>
                  <a:pt x="640" y="51"/>
                </a:lnTo>
                <a:lnTo>
                  <a:pt x="652" y="57"/>
                </a:lnTo>
                <a:lnTo>
                  <a:pt x="664" y="64"/>
                </a:lnTo>
                <a:lnTo>
                  <a:pt x="676" y="71"/>
                </a:lnTo>
                <a:lnTo>
                  <a:pt x="687" y="79"/>
                </a:lnTo>
                <a:lnTo>
                  <a:pt x="698" y="86"/>
                </a:lnTo>
                <a:lnTo>
                  <a:pt x="709" y="95"/>
                </a:lnTo>
                <a:lnTo>
                  <a:pt x="720" y="103"/>
                </a:lnTo>
                <a:lnTo>
                  <a:pt x="730" y="112"/>
                </a:lnTo>
                <a:lnTo>
                  <a:pt x="740" y="121"/>
                </a:lnTo>
                <a:lnTo>
                  <a:pt x="750" y="131"/>
                </a:lnTo>
                <a:lnTo>
                  <a:pt x="760" y="141"/>
                </a:lnTo>
                <a:lnTo>
                  <a:pt x="769" y="151"/>
                </a:lnTo>
                <a:lnTo>
                  <a:pt x="778" y="161"/>
                </a:lnTo>
                <a:lnTo>
                  <a:pt x="787" y="172"/>
                </a:lnTo>
                <a:lnTo>
                  <a:pt x="795" y="183"/>
                </a:lnTo>
                <a:lnTo>
                  <a:pt x="803" y="194"/>
                </a:lnTo>
                <a:lnTo>
                  <a:pt x="810" y="206"/>
                </a:lnTo>
                <a:lnTo>
                  <a:pt x="818" y="218"/>
                </a:lnTo>
                <a:lnTo>
                  <a:pt x="824" y="229"/>
                </a:lnTo>
                <a:lnTo>
                  <a:pt x="831" y="242"/>
                </a:lnTo>
                <a:lnTo>
                  <a:pt x="837" y="254"/>
                </a:lnTo>
                <a:lnTo>
                  <a:pt x="842" y="266"/>
                </a:lnTo>
                <a:lnTo>
                  <a:pt x="848" y="280"/>
                </a:lnTo>
                <a:lnTo>
                  <a:pt x="853" y="293"/>
                </a:lnTo>
                <a:lnTo>
                  <a:pt x="857" y="306"/>
                </a:lnTo>
                <a:lnTo>
                  <a:pt x="861" y="319"/>
                </a:lnTo>
                <a:lnTo>
                  <a:pt x="865" y="332"/>
                </a:lnTo>
                <a:lnTo>
                  <a:pt x="868" y="346"/>
                </a:lnTo>
                <a:lnTo>
                  <a:pt x="871" y="359"/>
                </a:lnTo>
                <a:lnTo>
                  <a:pt x="873" y="373"/>
                </a:lnTo>
                <a:lnTo>
                  <a:pt x="875" y="386"/>
                </a:lnTo>
                <a:lnTo>
                  <a:pt x="876" y="400"/>
                </a:lnTo>
                <a:lnTo>
                  <a:pt x="877" y="414"/>
                </a:lnTo>
                <a:lnTo>
                  <a:pt x="878" y="427"/>
                </a:lnTo>
                <a:lnTo>
                  <a:pt x="878" y="441"/>
                </a:lnTo>
                <a:moveTo>
                  <a:pt x="882" y="441"/>
                </a:moveTo>
                <a:lnTo>
                  <a:pt x="882" y="427"/>
                </a:lnTo>
                <a:lnTo>
                  <a:pt x="881" y="413"/>
                </a:lnTo>
                <a:lnTo>
                  <a:pt x="880" y="400"/>
                </a:lnTo>
                <a:lnTo>
                  <a:pt x="878" y="386"/>
                </a:lnTo>
                <a:lnTo>
                  <a:pt x="876" y="372"/>
                </a:lnTo>
                <a:lnTo>
                  <a:pt x="874" y="358"/>
                </a:lnTo>
                <a:lnTo>
                  <a:pt x="871" y="345"/>
                </a:lnTo>
                <a:lnTo>
                  <a:pt x="868" y="331"/>
                </a:lnTo>
                <a:lnTo>
                  <a:pt x="864" y="318"/>
                </a:lnTo>
                <a:lnTo>
                  <a:pt x="860" y="305"/>
                </a:lnTo>
                <a:lnTo>
                  <a:pt x="856" y="292"/>
                </a:lnTo>
                <a:lnTo>
                  <a:pt x="851" y="279"/>
                </a:lnTo>
                <a:lnTo>
                  <a:pt x="846" y="265"/>
                </a:lnTo>
                <a:lnTo>
                  <a:pt x="840" y="252"/>
                </a:lnTo>
                <a:lnTo>
                  <a:pt x="834" y="240"/>
                </a:lnTo>
                <a:lnTo>
                  <a:pt x="827" y="228"/>
                </a:lnTo>
                <a:lnTo>
                  <a:pt x="820" y="216"/>
                </a:lnTo>
                <a:lnTo>
                  <a:pt x="813" y="204"/>
                </a:lnTo>
                <a:lnTo>
                  <a:pt x="806" y="192"/>
                </a:lnTo>
                <a:lnTo>
                  <a:pt x="798" y="181"/>
                </a:lnTo>
                <a:lnTo>
                  <a:pt x="789" y="170"/>
                </a:lnTo>
                <a:lnTo>
                  <a:pt x="781" y="159"/>
                </a:lnTo>
                <a:lnTo>
                  <a:pt x="772" y="149"/>
                </a:lnTo>
                <a:lnTo>
                  <a:pt x="762" y="139"/>
                </a:lnTo>
                <a:lnTo>
                  <a:pt x="753" y="129"/>
                </a:lnTo>
                <a:lnTo>
                  <a:pt x="743" y="119"/>
                </a:lnTo>
                <a:lnTo>
                  <a:pt x="733" y="110"/>
                </a:lnTo>
                <a:lnTo>
                  <a:pt x="722" y="101"/>
                </a:lnTo>
                <a:lnTo>
                  <a:pt x="711" y="92"/>
                </a:lnTo>
                <a:lnTo>
                  <a:pt x="700" y="84"/>
                </a:lnTo>
                <a:lnTo>
                  <a:pt x="689" y="76"/>
                </a:lnTo>
                <a:lnTo>
                  <a:pt x="677" y="68"/>
                </a:lnTo>
                <a:lnTo>
                  <a:pt x="666" y="61"/>
                </a:lnTo>
                <a:lnTo>
                  <a:pt x="653" y="54"/>
                </a:lnTo>
                <a:lnTo>
                  <a:pt x="641" y="48"/>
                </a:lnTo>
                <a:lnTo>
                  <a:pt x="629" y="42"/>
                </a:lnTo>
                <a:lnTo>
                  <a:pt x="616" y="36"/>
                </a:lnTo>
                <a:lnTo>
                  <a:pt x="603" y="31"/>
                </a:lnTo>
                <a:lnTo>
                  <a:pt x="591" y="26"/>
                </a:lnTo>
                <a:lnTo>
                  <a:pt x="577" y="21"/>
                </a:lnTo>
                <a:lnTo>
                  <a:pt x="564" y="17"/>
                </a:lnTo>
                <a:lnTo>
                  <a:pt x="551" y="13"/>
                </a:lnTo>
                <a:lnTo>
                  <a:pt x="537" y="10"/>
                </a:lnTo>
                <a:lnTo>
                  <a:pt x="524" y="7"/>
                </a:lnTo>
                <a:lnTo>
                  <a:pt x="510" y="5"/>
                </a:lnTo>
                <a:lnTo>
                  <a:pt x="497" y="3"/>
                </a:lnTo>
                <a:lnTo>
                  <a:pt x="483" y="2"/>
                </a:lnTo>
                <a:lnTo>
                  <a:pt x="469" y="0"/>
                </a:lnTo>
                <a:lnTo>
                  <a:pt x="455" y="0"/>
                </a:lnTo>
                <a:lnTo>
                  <a:pt x="441" y="0"/>
                </a:lnTo>
                <a:lnTo>
                  <a:pt x="428" y="0"/>
                </a:lnTo>
                <a:lnTo>
                  <a:pt x="414" y="0"/>
                </a:lnTo>
                <a:lnTo>
                  <a:pt x="400" y="2"/>
                </a:lnTo>
                <a:lnTo>
                  <a:pt x="386" y="3"/>
                </a:lnTo>
                <a:lnTo>
                  <a:pt x="372" y="5"/>
                </a:lnTo>
                <a:lnTo>
                  <a:pt x="359" y="7"/>
                </a:lnTo>
                <a:lnTo>
                  <a:pt x="345" y="10"/>
                </a:lnTo>
                <a:lnTo>
                  <a:pt x="332" y="13"/>
                </a:lnTo>
                <a:lnTo>
                  <a:pt x="318" y="17"/>
                </a:lnTo>
                <a:lnTo>
                  <a:pt x="305" y="21"/>
                </a:lnTo>
                <a:lnTo>
                  <a:pt x="291" y="26"/>
                </a:lnTo>
                <a:lnTo>
                  <a:pt x="278" y="31"/>
                </a:lnTo>
                <a:lnTo>
                  <a:pt x="265" y="36"/>
                </a:lnTo>
                <a:lnTo>
                  <a:pt x="253" y="42"/>
                </a:lnTo>
                <a:lnTo>
                  <a:pt x="240" y="48"/>
                </a:lnTo>
                <a:lnTo>
                  <a:pt x="228" y="54"/>
                </a:lnTo>
                <a:lnTo>
                  <a:pt x="216" y="61"/>
                </a:lnTo>
                <a:lnTo>
                  <a:pt x="204" y="68"/>
                </a:lnTo>
                <a:lnTo>
                  <a:pt x="193" y="76"/>
                </a:lnTo>
                <a:lnTo>
                  <a:pt x="181" y="84"/>
                </a:lnTo>
                <a:lnTo>
                  <a:pt x="170" y="92"/>
                </a:lnTo>
                <a:lnTo>
                  <a:pt x="160" y="101"/>
                </a:lnTo>
                <a:lnTo>
                  <a:pt x="149" y="110"/>
                </a:lnTo>
                <a:lnTo>
                  <a:pt x="139" y="119"/>
                </a:lnTo>
                <a:lnTo>
                  <a:pt x="129" y="129"/>
                </a:lnTo>
                <a:lnTo>
                  <a:pt x="119" y="139"/>
                </a:lnTo>
                <a:lnTo>
                  <a:pt x="110" y="149"/>
                </a:lnTo>
                <a:lnTo>
                  <a:pt x="101" y="159"/>
                </a:lnTo>
                <a:lnTo>
                  <a:pt x="92" y="170"/>
                </a:lnTo>
                <a:lnTo>
                  <a:pt x="84" y="181"/>
                </a:lnTo>
                <a:lnTo>
                  <a:pt x="76" y="192"/>
                </a:lnTo>
                <a:lnTo>
                  <a:pt x="69" y="204"/>
                </a:lnTo>
                <a:lnTo>
                  <a:pt x="61" y="216"/>
                </a:lnTo>
                <a:lnTo>
                  <a:pt x="54" y="228"/>
                </a:lnTo>
                <a:lnTo>
                  <a:pt x="48" y="240"/>
                </a:lnTo>
                <a:lnTo>
                  <a:pt x="42" y="252"/>
                </a:lnTo>
                <a:lnTo>
                  <a:pt x="36" y="265"/>
                </a:lnTo>
                <a:lnTo>
                  <a:pt x="31" y="279"/>
                </a:lnTo>
                <a:lnTo>
                  <a:pt x="26" y="292"/>
                </a:lnTo>
                <a:lnTo>
                  <a:pt x="21" y="305"/>
                </a:lnTo>
                <a:lnTo>
                  <a:pt x="17" y="318"/>
                </a:lnTo>
                <a:lnTo>
                  <a:pt x="14" y="331"/>
                </a:lnTo>
                <a:lnTo>
                  <a:pt x="11" y="345"/>
                </a:lnTo>
                <a:lnTo>
                  <a:pt x="8" y="358"/>
                </a:lnTo>
                <a:lnTo>
                  <a:pt x="5" y="372"/>
                </a:lnTo>
                <a:lnTo>
                  <a:pt x="3" y="386"/>
                </a:lnTo>
                <a:lnTo>
                  <a:pt x="2" y="400"/>
                </a:lnTo>
                <a:lnTo>
                  <a:pt x="1" y="413"/>
                </a:lnTo>
                <a:lnTo>
                  <a:pt x="0" y="427"/>
                </a:lnTo>
                <a:lnTo>
                  <a:pt x="0" y="441"/>
                </a:lnTo>
                <a:lnTo>
                  <a:pt x="0" y="455"/>
                </a:lnTo>
                <a:lnTo>
                  <a:pt x="1" y="469"/>
                </a:lnTo>
                <a:lnTo>
                  <a:pt x="2" y="482"/>
                </a:lnTo>
                <a:lnTo>
                  <a:pt x="3" y="496"/>
                </a:lnTo>
                <a:lnTo>
                  <a:pt x="5" y="510"/>
                </a:lnTo>
                <a:lnTo>
                  <a:pt x="8" y="524"/>
                </a:lnTo>
                <a:lnTo>
                  <a:pt x="11" y="537"/>
                </a:lnTo>
                <a:lnTo>
                  <a:pt x="14" y="551"/>
                </a:lnTo>
                <a:lnTo>
                  <a:pt x="17" y="564"/>
                </a:lnTo>
                <a:lnTo>
                  <a:pt x="21" y="577"/>
                </a:lnTo>
                <a:lnTo>
                  <a:pt x="26" y="590"/>
                </a:lnTo>
                <a:lnTo>
                  <a:pt x="31" y="603"/>
                </a:lnTo>
                <a:lnTo>
                  <a:pt x="36" y="616"/>
                </a:lnTo>
                <a:lnTo>
                  <a:pt x="42" y="629"/>
                </a:lnTo>
                <a:lnTo>
                  <a:pt x="48" y="641"/>
                </a:lnTo>
                <a:lnTo>
                  <a:pt x="54" y="653"/>
                </a:lnTo>
                <a:lnTo>
                  <a:pt x="61" y="665"/>
                </a:lnTo>
                <a:lnTo>
                  <a:pt x="69" y="677"/>
                </a:lnTo>
                <a:lnTo>
                  <a:pt x="76" y="689"/>
                </a:lnTo>
                <a:lnTo>
                  <a:pt x="84" y="700"/>
                </a:lnTo>
                <a:lnTo>
                  <a:pt x="92" y="711"/>
                </a:lnTo>
                <a:lnTo>
                  <a:pt x="101" y="722"/>
                </a:lnTo>
                <a:lnTo>
                  <a:pt x="110" y="732"/>
                </a:lnTo>
                <a:lnTo>
                  <a:pt x="119" y="742"/>
                </a:lnTo>
                <a:lnTo>
                  <a:pt x="129" y="752"/>
                </a:lnTo>
                <a:lnTo>
                  <a:pt x="139" y="762"/>
                </a:lnTo>
                <a:lnTo>
                  <a:pt x="149" y="771"/>
                </a:lnTo>
                <a:lnTo>
                  <a:pt x="160" y="780"/>
                </a:lnTo>
                <a:lnTo>
                  <a:pt x="170" y="789"/>
                </a:lnTo>
                <a:lnTo>
                  <a:pt x="181" y="797"/>
                </a:lnTo>
                <a:lnTo>
                  <a:pt x="193" y="805"/>
                </a:lnTo>
                <a:lnTo>
                  <a:pt x="204" y="813"/>
                </a:lnTo>
                <a:lnTo>
                  <a:pt x="216" y="820"/>
                </a:lnTo>
                <a:lnTo>
                  <a:pt x="228" y="827"/>
                </a:lnTo>
                <a:lnTo>
                  <a:pt x="240" y="833"/>
                </a:lnTo>
                <a:lnTo>
                  <a:pt x="253" y="839"/>
                </a:lnTo>
                <a:lnTo>
                  <a:pt x="265" y="845"/>
                </a:lnTo>
                <a:lnTo>
                  <a:pt x="278" y="850"/>
                </a:lnTo>
                <a:lnTo>
                  <a:pt x="291" y="855"/>
                </a:lnTo>
                <a:lnTo>
                  <a:pt x="305" y="860"/>
                </a:lnTo>
                <a:lnTo>
                  <a:pt x="318" y="864"/>
                </a:lnTo>
                <a:lnTo>
                  <a:pt x="332" y="868"/>
                </a:lnTo>
                <a:lnTo>
                  <a:pt x="345" y="871"/>
                </a:lnTo>
                <a:lnTo>
                  <a:pt x="359" y="874"/>
                </a:lnTo>
                <a:lnTo>
                  <a:pt x="372" y="876"/>
                </a:lnTo>
                <a:lnTo>
                  <a:pt x="386" y="878"/>
                </a:lnTo>
                <a:lnTo>
                  <a:pt x="400" y="879"/>
                </a:lnTo>
                <a:lnTo>
                  <a:pt x="414" y="881"/>
                </a:lnTo>
                <a:lnTo>
                  <a:pt x="428" y="881"/>
                </a:lnTo>
                <a:lnTo>
                  <a:pt x="441" y="881"/>
                </a:lnTo>
                <a:lnTo>
                  <a:pt x="455" y="881"/>
                </a:lnTo>
                <a:lnTo>
                  <a:pt x="469" y="881"/>
                </a:lnTo>
                <a:lnTo>
                  <a:pt x="483" y="879"/>
                </a:lnTo>
                <a:lnTo>
                  <a:pt x="497" y="878"/>
                </a:lnTo>
                <a:lnTo>
                  <a:pt x="510" y="876"/>
                </a:lnTo>
                <a:lnTo>
                  <a:pt x="524" y="874"/>
                </a:lnTo>
                <a:lnTo>
                  <a:pt x="537" y="871"/>
                </a:lnTo>
                <a:lnTo>
                  <a:pt x="551" y="868"/>
                </a:lnTo>
                <a:lnTo>
                  <a:pt x="564" y="864"/>
                </a:lnTo>
                <a:lnTo>
                  <a:pt x="577" y="860"/>
                </a:lnTo>
                <a:lnTo>
                  <a:pt x="591" y="855"/>
                </a:lnTo>
                <a:lnTo>
                  <a:pt x="603" y="850"/>
                </a:lnTo>
                <a:lnTo>
                  <a:pt x="616" y="845"/>
                </a:lnTo>
                <a:lnTo>
                  <a:pt x="629" y="839"/>
                </a:lnTo>
                <a:lnTo>
                  <a:pt x="641" y="833"/>
                </a:lnTo>
                <a:lnTo>
                  <a:pt x="653" y="827"/>
                </a:lnTo>
                <a:lnTo>
                  <a:pt x="666" y="820"/>
                </a:lnTo>
                <a:lnTo>
                  <a:pt x="677" y="813"/>
                </a:lnTo>
                <a:lnTo>
                  <a:pt x="689" y="805"/>
                </a:lnTo>
                <a:lnTo>
                  <a:pt x="700" y="797"/>
                </a:lnTo>
                <a:lnTo>
                  <a:pt x="711" y="789"/>
                </a:lnTo>
                <a:lnTo>
                  <a:pt x="722" y="780"/>
                </a:lnTo>
                <a:lnTo>
                  <a:pt x="733" y="771"/>
                </a:lnTo>
                <a:lnTo>
                  <a:pt x="743" y="762"/>
                </a:lnTo>
                <a:lnTo>
                  <a:pt x="753" y="752"/>
                </a:lnTo>
                <a:lnTo>
                  <a:pt x="762" y="742"/>
                </a:lnTo>
                <a:lnTo>
                  <a:pt x="772" y="732"/>
                </a:lnTo>
                <a:lnTo>
                  <a:pt x="781" y="722"/>
                </a:lnTo>
                <a:lnTo>
                  <a:pt x="789" y="711"/>
                </a:lnTo>
                <a:lnTo>
                  <a:pt x="798" y="700"/>
                </a:lnTo>
                <a:lnTo>
                  <a:pt x="806" y="689"/>
                </a:lnTo>
                <a:lnTo>
                  <a:pt x="813" y="677"/>
                </a:lnTo>
                <a:lnTo>
                  <a:pt x="820" y="665"/>
                </a:lnTo>
                <a:lnTo>
                  <a:pt x="827" y="653"/>
                </a:lnTo>
                <a:lnTo>
                  <a:pt x="834" y="641"/>
                </a:lnTo>
                <a:lnTo>
                  <a:pt x="840" y="629"/>
                </a:lnTo>
                <a:lnTo>
                  <a:pt x="846" y="616"/>
                </a:lnTo>
                <a:lnTo>
                  <a:pt x="851" y="603"/>
                </a:lnTo>
                <a:lnTo>
                  <a:pt x="856" y="590"/>
                </a:lnTo>
                <a:lnTo>
                  <a:pt x="860" y="577"/>
                </a:lnTo>
                <a:lnTo>
                  <a:pt x="864" y="564"/>
                </a:lnTo>
                <a:lnTo>
                  <a:pt x="868" y="551"/>
                </a:lnTo>
                <a:lnTo>
                  <a:pt x="871" y="537"/>
                </a:lnTo>
                <a:lnTo>
                  <a:pt x="874" y="524"/>
                </a:lnTo>
                <a:lnTo>
                  <a:pt x="876" y="510"/>
                </a:lnTo>
                <a:lnTo>
                  <a:pt x="878" y="496"/>
                </a:lnTo>
                <a:lnTo>
                  <a:pt x="880" y="482"/>
                </a:lnTo>
                <a:lnTo>
                  <a:pt x="881" y="469"/>
                </a:lnTo>
                <a:lnTo>
                  <a:pt x="882" y="455"/>
                </a:lnTo>
                <a:lnTo>
                  <a:pt x="882" y="441"/>
                </a:lnTo>
                <a:close/>
              </a:path>
            </a:pathLst>
          </a:custGeom>
          <a:solidFill>
            <a:srgbClr val="80cc9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3385800" y="1175760"/>
            <a:ext cx="619920" cy="620280"/>
          </a:xfrm>
          <a:custGeom>
            <a:avLst/>
            <a:gdLst/>
            <a:ahLst/>
            <a:rect l="0" t="0" r="r" b="b"/>
            <a:pathLst>
              <a:path w="1722" h="1723">
                <a:moveTo>
                  <a:pt x="1302" y="861"/>
                </a:moveTo>
                <a:lnTo>
                  <a:pt x="1302" y="875"/>
                </a:lnTo>
                <a:lnTo>
                  <a:pt x="1301" y="889"/>
                </a:lnTo>
                <a:lnTo>
                  <a:pt x="1300" y="902"/>
                </a:lnTo>
                <a:lnTo>
                  <a:pt x="1298" y="916"/>
                </a:lnTo>
                <a:lnTo>
                  <a:pt x="1296" y="930"/>
                </a:lnTo>
                <a:lnTo>
                  <a:pt x="1294" y="944"/>
                </a:lnTo>
                <a:lnTo>
                  <a:pt x="1291" y="957"/>
                </a:lnTo>
                <a:lnTo>
                  <a:pt x="1288" y="971"/>
                </a:lnTo>
                <a:lnTo>
                  <a:pt x="1284" y="984"/>
                </a:lnTo>
                <a:lnTo>
                  <a:pt x="1280" y="997"/>
                </a:lnTo>
                <a:lnTo>
                  <a:pt x="1276" y="1010"/>
                </a:lnTo>
                <a:lnTo>
                  <a:pt x="1271" y="1023"/>
                </a:lnTo>
                <a:lnTo>
                  <a:pt x="1266" y="1036"/>
                </a:lnTo>
                <a:lnTo>
                  <a:pt x="1260" y="1050"/>
                </a:lnTo>
                <a:lnTo>
                  <a:pt x="1254" y="1062"/>
                </a:lnTo>
                <a:lnTo>
                  <a:pt x="1247" y="1074"/>
                </a:lnTo>
                <a:lnTo>
                  <a:pt x="1240" y="1086"/>
                </a:lnTo>
                <a:lnTo>
                  <a:pt x="1233" y="1098"/>
                </a:lnTo>
                <a:lnTo>
                  <a:pt x="1226" y="1110"/>
                </a:lnTo>
                <a:lnTo>
                  <a:pt x="1218" y="1121"/>
                </a:lnTo>
                <a:lnTo>
                  <a:pt x="1209" y="1132"/>
                </a:lnTo>
                <a:lnTo>
                  <a:pt x="1201" y="1143"/>
                </a:lnTo>
                <a:lnTo>
                  <a:pt x="1192" y="1153"/>
                </a:lnTo>
                <a:lnTo>
                  <a:pt x="1182" y="1163"/>
                </a:lnTo>
                <a:lnTo>
                  <a:pt x="1173" y="1173"/>
                </a:lnTo>
                <a:lnTo>
                  <a:pt x="1163" y="1183"/>
                </a:lnTo>
                <a:lnTo>
                  <a:pt x="1153" y="1192"/>
                </a:lnTo>
                <a:lnTo>
                  <a:pt x="1142" y="1201"/>
                </a:lnTo>
                <a:lnTo>
                  <a:pt x="1131" y="1210"/>
                </a:lnTo>
                <a:lnTo>
                  <a:pt x="1120" y="1218"/>
                </a:lnTo>
                <a:lnTo>
                  <a:pt x="1109" y="1226"/>
                </a:lnTo>
                <a:lnTo>
                  <a:pt x="1097" y="1234"/>
                </a:lnTo>
                <a:lnTo>
                  <a:pt x="1086" y="1241"/>
                </a:lnTo>
                <a:lnTo>
                  <a:pt x="1073" y="1248"/>
                </a:lnTo>
                <a:lnTo>
                  <a:pt x="1061" y="1254"/>
                </a:lnTo>
                <a:lnTo>
                  <a:pt x="1049" y="1260"/>
                </a:lnTo>
                <a:lnTo>
                  <a:pt x="1036" y="1266"/>
                </a:lnTo>
                <a:lnTo>
                  <a:pt x="1023" y="1271"/>
                </a:lnTo>
                <a:lnTo>
                  <a:pt x="1011" y="1276"/>
                </a:lnTo>
                <a:lnTo>
                  <a:pt x="997" y="1281"/>
                </a:lnTo>
                <a:lnTo>
                  <a:pt x="984" y="1285"/>
                </a:lnTo>
                <a:lnTo>
                  <a:pt x="971" y="1289"/>
                </a:lnTo>
                <a:lnTo>
                  <a:pt x="957" y="1292"/>
                </a:lnTo>
                <a:lnTo>
                  <a:pt x="944" y="1295"/>
                </a:lnTo>
                <a:lnTo>
                  <a:pt x="930" y="1297"/>
                </a:lnTo>
                <a:lnTo>
                  <a:pt x="917" y="1299"/>
                </a:lnTo>
                <a:lnTo>
                  <a:pt x="903" y="1300"/>
                </a:lnTo>
                <a:lnTo>
                  <a:pt x="889" y="1302"/>
                </a:lnTo>
                <a:lnTo>
                  <a:pt x="875" y="1302"/>
                </a:lnTo>
                <a:lnTo>
                  <a:pt x="861" y="1302"/>
                </a:lnTo>
                <a:lnTo>
                  <a:pt x="848" y="1302"/>
                </a:lnTo>
                <a:lnTo>
                  <a:pt x="834" y="1302"/>
                </a:lnTo>
                <a:lnTo>
                  <a:pt x="820" y="1300"/>
                </a:lnTo>
                <a:lnTo>
                  <a:pt x="806" y="1299"/>
                </a:lnTo>
                <a:lnTo>
                  <a:pt x="792" y="1297"/>
                </a:lnTo>
                <a:lnTo>
                  <a:pt x="779" y="1295"/>
                </a:lnTo>
                <a:lnTo>
                  <a:pt x="765" y="1292"/>
                </a:lnTo>
                <a:lnTo>
                  <a:pt x="752" y="1289"/>
                </a:lnTo>
                <a:lnTo>
                  <a:pt x="738" y="1285"/>
                </a:lnTo>
                <a:lnTo>
                  <a:pt x="725" y="1281"/>
                </a:lnTo>
                <a:lnTo>
                  <a:pt x="712" y="1276"/>
                </a:lnTo>
                <a:lnTo>
                  <a:pt x="699" y="1271"/>
                </a:lnTo>
                <a:lnTo>
                  <a:pt x="686" y="1266"/>
                </a:lnTo>
                <a:lnTo>
                  <a:pt x="674" y="1260"/>
                </a:lnTo>
                <a:lnTo>
                  <a:pt x="661" y="1254"/>
                </a:lnTo>
                <a:lnTo>
                  <a:pt x="649" y="1248"/>
                </a:lnTo>
                <a:lnTo>
                  <a:pt x="637" y="1241"/>
                </a:lnTo>
                <a:lnTo>
                  <a:pt x="625" y="1234"/>
                </a:lnTo>
                <a:lnTo>
                  <a:pt x="614" y="1226"/>
                </a:lnTo>
                <a:lnTo>
                  <a:pt x="602" y="1218"/>
                </a:lnTo>
                <a:lnTo>
                  <a:pt x="591" y="1210"/>
                </a:lnTo>
                <a:lnTo>
                  <a:pt x="581" y="1201"/>
                </a:lnTo>
                <a:lnTo>
                  <a:pt x="570" y="1192"/>
                </a:lnTo>
                <a:lnTo>
                  <a:pt x="560" y="1183"/>
                </a:lnTo>
                <a:lnTo>
                  <a:pt x="550" y="1173"/>
                </a:lnTo>
                <a:lnTo>
                  <a:pt x="540" y="1163"/>
                </a:lnTo>
                <a:lnTo>
                  <a:pt x="531" y="1153"/>
                </a:lnTo>
                <a:lnTo>
                  <a:pt x="522" y="1143"/>
                </a:lnTo>
                <a:lnTo>
                  <a:pt x="513" y="1132"/>
                </a:lnTo>
                <a:lnTo>
                  <a:pt x="505" y="1121"/>
                </a:lnTo>
                <a:lnTo>
                  <a:pt x="497" y="1110"/>
                </a:lnTo>
                <a:lnTo>
                  <a:pt x="490" y="1098"/>
                </a:lnTo>
                <a:lnTo>
                  <a:pt x="482" y="1086"/>
                </a:lnTo>
                <a:lnTo>
                  <a:pt x="475" y="1074"/>
                </a:lnTo>
                <a:lnTo>
                  <a:pt x="469" y="1062"/>
                </a:lnTo>
                <a:lnTo>
                  <a:pt x="463" y="1050"/>
                </a:lnTo>
                <a:lnTo>
                  <a:pt x="457" y="1036"/>
                </a:lnTo>
                <a:lnTo>
                  <a:pt x="452" y="1023"/>
                </a:lnTo>
                <a:lnTo>
                  <a:pt x="447" y="1010"/>
                </a:lnTo>
                <a:lnTo>
                  <a:pt x="442" y="997"/>
                </a:lnTo>
                <a:lnTo>
                  <a:pt x="438" y="984"/>
                </a:lnTo>
                <a:lnTo>
                  <a:pt x="435" y="971"/>
                </a:lnTo>
                <a:lnTo>
                  <a:pt x="432" y="957"/>
                </a:lnTo>
                <a:lnTo>
                  <a:pt x="429" y="944"/>
                </a:lnTo>
                <a:lnTo>
                  <a:pt x="426" y="930"/>
                </a:lnTo>
                <a:lnTo>
                  <a:pt x="424" y="916"/>
                </a:lnTo>
                <a:lnTo>
                  <a:pt x="423" y="902"/>
                </a:lnTo>
                <a:lnTo>
                  <a:pt x="422" y="889"/>
                </a:lnTo>
                <a:lnTo>
                  <a:pt x="421" y="875"/>
                </a:lnTo>
                <a:lnTo>
                  <a:pt x="421" y="861"/>
                </a:lnTo>
                <a:lnTo>
                  <a:pt x="421" y="847"/>
                </a:lnTo>
                <a:lnTo>
                  <a:pt x="422" y="833"/>
                </a:lnTo>
                <a:lnTo>
                  <a:pt x="423" y="820"/>
                </a:lnTo>
                <a:lnTo>
                  <a:pt x="424" y="806"/>
                </a:lnTo>
                <a:lnTo>
                  <a:pt x="426" y="792"/>
                </a:lnTo>
                <a:lnTo>
                  <a:pt x="429" y="778"/>
                </a:lnTo>
                <a:lnTo>
                  <a:pt x="432" y="765"/>
                </a:lnTo>
                <a:lnTo>
                  <a:pt x="435" y="751"/>
                </a:lnTo>
                <a:lnTo>
                  <a:pt x="438" y="738"/>
                </a:lnTo>
                <a:lnTo>
                  <a:pt x="442" y="725"/>
                </a:lnTo>
                <a:lnTo>
                  <a:pt x="447" y="712"/>
                </a:lnTo>
                <a:lnTo>
                  <a:pt x="452" y="699"/>
                </a:lnTo>
                <a:lnTo>
                  <a:pt x="457" y="686"/>
                </a:lnTo>
                <a:lnTo>
                  <a:pt x="463" y="673"/>
                </a:lnTo>
                <a:lnTo>
                  <a:pt x="469" y="661"/>
                </a:lnTo>
                <a:lnTo>
                  <a:pt x="475" y="649"/>
                </a:lnTo>
                <a:lnTo>
                  <a:pt x="482" y="637"/>
                </a:lnTo>
                <a:lnTo>
                  <a:pt x="490" y="625"/>
                </a:lnTo>
                <a:lnTo>
                  <a:pt x="497" y="613"/>
                </a:lnTo>
                <a:lnTo>
                  <a:pt x="505" y="602"/>
                </a:lnTo>
                <a:lnTo>
                  <a:pt x="513" y="591"/>
                </a:lnTo>
                <a:lnTo>
                  <a:pt x="522" y="580"/>
                </a:lnTo>
                <a:lnTo>
                  <a:pt x="531" y="570"/>
                </a:lnTo>
                <a:lnTo>
                  <a:pt x="540" y="560"/>
                </a:lnTo>
                <a:lnTo>
                  <a:pt x="550" y="550"/>
                </a:lnTo>
                <a:lnTo>
                  <a:pt x="560" y="540"/>
                </a:lnTo>
                <a:lnTo>
                  <a:pt x="570" y="531"/>
                </a:lnTo>
                <a:lnTo>
                  <a:pt x="581" y="522"/>
                </a:lnTo>
                <a:lnTo>
                  <a:pt x="591" y="513"/>
                </a:lnTo>
                <a:lnTo>
                  <a:pt x="602" y="505"/>
                </a:lnTo>
                <a:lnTo>
                  <a:pt x="614" y="497"/>
                </a:lnTo>
                <a:lnTo>
                  <a:pt x="625" y="489"/>
                </a:lnTo>
                <a:lnTo>
                  <a:pt x="637" y="482"/>
                </a:lnTo>
                <a:lnTo>
                  <a:pt x="649" y="475"/>
                </a:lnTo>
                <a:lnTo>
                  <a:pt x="661" y="469"/>
                </a:lnTo>
                <a:lnTo>
                  <a:pt x="674" y="463"/>
                </a:lnTo>
                <a:lnTo>
                  <a:pt x="686" y="457"/>
                </a:lnTo>
                <a:lnTo>
                  <a:pt x="699" y="452"/>
                </a:lnTo>
                <a:lnTo>
                  <a:pt x="712" y="447"/>
                </a:lnTo>
                <a:lnTo>
                  <a:pt x="725" y="442"/>
                </a:lnTo>
                <a:lnTo>
                  <a:pt x="738" y="438"/>
                </a:lnTo>
                <a:lnTo>
                  <a:pt x="752" y="434"/>
                </a:lnTo>
                <a:lnTo>
                  <a:pt x="765" y="431"/>
                </a:lnTo>
                <a:lnTo>
                  <a:pt x="779" y="428"/>
                </a:lnTo>
                <a:lnTo>
                  <a:pt x="792" y="426"/>
                </a:lnTo>
                <a:lnTo>
                  <a:pt x="806" y="424"/>
                </a:lnTo>
                <a:lnTo>
                  <a:pt x="820" y="423"/>
                </a:lnTo>
                <a:lnTo>
                  <a:pt x="834" y="421"/>
                </a:lnTo>
                <a:lnTo>
                  <a:pt x="848" y="421"/>
                </a:lnTo>
                <a:lnTo>
                  <a:pt x="861" y="421"/>
                </a:lnTo>
                <a:lnTo>
                  <a:pt x="875" y="421"/>
                </a:lnTo>
                <a:lnTo>
                  <a:pt x="889" y="421"/>
                </a:lnTo>
                <a:lnTo>
                  <a:pt x="903" y="423"/>
                </a:lnTo>
                <a:lnTo>
                  <a:pt x="917" y="424"/>
                </a:lnTo>
                <a:lnTo>
                  <a:pt x="930" y="426"/>
                </a:lnTo>
                <a:lnTo>
                  <a:pt x="944" y="428"/>
                </a:lnTo>
                <a:lnTo>
                  <a:pt x="957" y="431"/>
                </a:lnTo>
                <a:lnTo>
                  <a:pt x="971" y="434"/>
                </a:lnTo>
                <a:lnTo>
                  <a:pt x="984" y="438"/>
                </a:lnTo>
                <a:lnTo>
                  <a:pt x="997" y="442"/>
                </a:lnTo>
                <a:lnTo>
                  <a:pt x="1011" y="447"/>
                </a:lnTo>
                <a:lnTo>
                  <a:pt x="1023" y="452"/>
                </a:lnTo>
                <a:lnTo>
                  <a:pt x="1036" y="457"/>
                </a:lnTo>
                <a:lnTo>
                  <a:pt x="1049" y="463"/>
                </a:lnTo>
                <a:lnTo>
                  <a:pt x="1061" y="469"/>
                </a:lnTo>
                <a:lnTo>
                  <a:pt x="1073" y="475"/>
                </a:lnTo>
                <a:lnTo>
                  <a:pt x="1086" y="482"/>
                </a:lnTo>
                <a:lnTo>
                  <a:pt x="1097" y="489"/>
                </a:lnTo>
                <a:lnTo>
                  <a:pt x="1109" y="497"/>
                </a:lnTo>
                <a:lnTo>
                  <a:pt x="1120" y="505"/>
                </a:lnTo>
                <a:lnTo>
                  <a:pt x="1131" y="513"/>
                </a:lnTo>
                <a:lnTo>
                  <a:pt x="1142" y="522"/>
                </a:lnTo>
                <a:lnTo>
                  <a:pt x="1153" y="531"/>
                </a:lnTo>
                <a:lnTo>
                  <a:pt x="1163" y="540"/>
                </a:lnTo>
                <a:lnTo>
                  <a:pt x="1173" y="550"/>
                </a:lnTo>
                <a:lnTo>
                  <a:pt x="1182" y="560"/>
                </a:lnTo>
                <a:lnTo>
                  <a:pt x="1192" y="570"/>
                </a:lnTo>
                <a:lnTo>
                  <a:pt x="1201" y="580"/>
                </a:lnTo>
                <a:lnTo>
                  <a:pt x="1209" y="591"/>
                </a:lnTo>
                <a:lnTo>
                  <a:pt x="1218" y="602"/>
                </a:lnTo>
                <a:lnTo>
                  <a:pt x="1226" y="613"/>
                </a:lnTo>
                <a:lnTo>
                  <a:pt x="1233" y="625"/>
                </a:lnTo>
                <a:lnTo>
                  <a:pt x="1240" y="637"/>
                </a:lnTo>
                <a:lnTo>
                  <a:pt x="1247" y="649"/>
                </a:lnTo>
                <a:lnTo>
                  <a:pt x="1254" y="661"/>
                </a:lnTo>
                <a:lnTo>
                  <a:pt x="1260" y="673"/>
                </a:lnTo>
                <a:lnTo>
                  <a:pt x="1266" y="686"/>
                </a:lnTo>
                <a:lnTo>
                  <a:pt x="1271" y="699"/>
                </a:lnTo>
                <a:lnTo>
                  <a:pt x="1276" y="712"/>
                </a:lnTo>
                <a:lnTo>
                  <a:pt x="1280" y="725"/>
                </a:lnTo>
                <a:lnTo>
                  <a:pt x="1284" y="738"/>
                </a:lnTo>
                <a:lnTo>
                  <a:pt x="1288" y="751"/>
                </a:lnTo>
                <a:lnTo>
                  <a:pt x="1291" y="765"/>
                </a:lnTo>
                <a:lnTo>
                  <a:pt x="1294" y="778"/>
                </a:lnTo>
                <a:lnTo>
                  <a:pt x="1296" y="792"/>
                </a:lnTo>
                <a:lnTo>
                  <a:pt x="1298" y="806"/>
                </a:lnTo>
                <a:lnTo>
                  <a:pt x="1300" y="820"/>
                </a:lnTo>
                <a:lnTo>
                  <a:pt x="1301" y="833"/>
                </a:lnTo>
                <a:lnTo>
                  <a:pt x="1302" y="847"/>
                </a:lnTo>
                <a:lnTo>
                  <a:pt x="1302" y="861"/>
                </a:lnTo>
                <a:moveTo>
                  <a:pt x="1722" y="861"/>
                </a:moveTo>
                <a:lnTo>
                  <a:pt x="1722" y="834"/>
                </a:lnTo>
                <a:lnTo>
                  <a:pt x="1720" y="807"/>
                </a:lnTo>
                <a:lnTo>
                  <a:pt x="1718" y="780"/>
                </a:lnTo>
                <a:lnTo>
                  <a:pt x="1715" y="753"/>
                </a:lnTo>
                <a:lnTo>
                  <a:pt x="1711" y="726"/>
                </a:lnTo>
                <a:lnTo>
                  <a:pt x="1707" y="700"/>
                </a:lnTo>
                <a:lnTo>
                  <a:pt x="1701" y="673"/>
                </a:lnTo>
                <a:lnTo>
                  <a:pt x="1695" y="647"/>
                </a:lnTo>
                <a:lnTo>
                  <a:pt x="1688" y="621"/>
                </a:lnTo>
                <a:lnTo>
                  <a:pt x="1680" y="595"/>
                </a:lnTo>
                <a:lnTo>
                  <a:pt x="1671" y="569"/>
                </a:lnTo>
                <a:lnTo>
                  <a:pt x="1662" y="544"/>
                </a:lnTo>
                <a:lnTo>
                  <a:pt x="1651" y="519"/>
                </a:lnTo>
                <a:lnTo>
                  <a:pt x="1640" y="495"/>
                </a:lnTo>
                <a:lnTo>
                  <a:pt x="1628" y="470"/>
                </a:lnTo>
                <a:lnTo>
                  <a:pt x="1615" y="446"/>
                </a:lnTo>
                <a:lnTo>
                  <a:pt x="1602" y="423"/>
                </a:lnTo>
                <a:lnTo>
                  <a:pt x="1588" y="400"/>
                </a:lnTo>
                <a:lnTo>
                  <a:pt x="1573" y="377"/>
                </a:lnTo>
                <a:lnTo>
                  <a:pt x="1558" y="355"/>
                </a:lnTo>
                <a:lnTo>
                  <a:pt x="1541" y="334"/>
                </a:lnTo>
                <a:lnTo>
                  <a:pt x="1524" y="312"/>
                </a:lnTo>
                <a:lnTo>
                  <a:pt x="1507" y="292"/>
                </a:lnTo>
                <a:lnTo>
                  <a:pt x="1489" y="272"/>
                </a:lnTo>
                <a:lnTo>
                  <a:pt x="1470" y="252"/>
                </a:lnTo>
                <a:lnTo>
                  <a:pt x="1450" y="234"/>
                </a:lnTo>
                <a:lnTo>
                  <a:pt x="1430" y="215"/>
                </a:lnTo>
                <a:lnTo>
                  <a:pt x="1410" y="198"/>
                </a:lnTo>
                <a:lnTo>
                  <a:pt x="1389" y="181"/>
                </a:lnTo>
                <a:lnTo>
                  <a:pt x="1367" y="165"/>
                </a:lnTo>
                <a:lnTo>
                  <a:pt x="1345" y="149"/>
                </a:lnTo>
                <a:lnTo>
                  <a:pt x="1322" y="134"/>
                </a:lnTo>
                <a:lnTo>
                  <a:pt x="1299" y="120"/>
                </a:lnTo>
                <a:lnTo>
                  <a:pt x="1276" y="107"/>
                </a:lnTo>
                <a:lnTo>
                  <a:pt x="1252" y="94"/>
                </a:lnTo>
                <a:lnTo>
                  <a:pt x="1228" y="82"/>
                </a:lnTo>
                <a:lnTo>
                  <a:pt x="1203" y="71"/>
                </a:lnTo>
                <a:lnTo>
                  <a:pt x="1178" y="61"/>
                </a:lnTo>
                <a:lnTo>
                  <a:pt x="1153" y="51"/>
                </a:lnTo>
                <a:lnTo>
                  <a:pt x="1127" y="43"/>
                </a:lnTo>
                <a:lnTo>
                  <a:pt x="1101" y="35"/>
                </a:lnTo>
                <a:lnTo>
                  <a:pt x="1075" y="27"/>
                </a:lnTo>
                <a:lnTo>
                  <a:pt x="1049" y="21"/>
                </a:lnTo>
                <a:lnTo>
                  <a:pt x="1023" y="16"/>
                </a:lnTo>
                <a:lnTo>
                  <a:pt x="996" y="11"/>
                </a:lnTo>
                <a:lnTo>
                  <a:pt x="969" y="7"/>
                </a:lnTo>
                <a:lnTo>
                  <a:pt x="942" y="4"/>
                </a:lnTo>
                <a:lnTo>
                  <a:pt x="915" y="2"/>
                </a:lnTo>
                <a:lnTo>
                  <a:pt x="888" y="1"/>
                </a:lnTo>
                <a:lnTo>
                  <a:pt x="861" y="0"/>
                </a:lnTo>
                <a:lnTo>
                  <a:pt x="834" y="1"/>
                </a:lnTo>
                <a:lnTo>
                  <a:pt x="807" y="2"/>
                </a:lnTo>
                <a:lnTo>
                  <a:pt x="780" y="4"/>
                </a:lnTo>
                <a:lnTo>
                  <a:pt x="753" y="7"/>
                </a:lnTo>
                <a:lnTo>
                  <a:pt x="727" y="11"/>
                </a:lnTo>
                <a:lnTo>
                  <a:pt x="700" y="16"/>
                </a:lnTo>
                <a:lnTo>
                  <a:pt x="674" y="21"/>
                </a:lnTo>
                <a:lnTo>
                  <a:pt x="647" y="27"/>
                </a:lnTo>
                <a:lnTo>
                  <a:pt x="621" y="35"/>
                </a:lnTo>
                <a:lnTo>
                  <a:pt x="595" y="43"/>
                </a:lnTo>
                <a:lnTo>
                  <a:pt x="570" y="51"/>
                </a:lnTo>
                <a:lnTo>
                  <a:pt x="545" y="61"/>
                </a:lnTo>
                <a:lnTo>
                  <a:pt x="520" y="71"/>
                </a:lnTo>
                <a:lnTo>
                  <a:pt x="495" y="82"/>
                </a:lnTo>
                <a:lnTo>
                  <a:pt x="471" y="94"/>
                </a:lnTo>
                <a:lnTo>
                  <a:pt x="447" y="107"/>
                </a:lnTo>
                <a:lnTo>
                  <a:pt x="423" y="120"/>
                </a:lnTo>
                <a:lnTo>
                  <a:pt x="400" y="134"/>
                </a:lnTo>
                <a:lnTo>
                  <a:pt x="378" y="149"/>
                </a:lnTo>
                <a:lnTo>
                  <a:pt x="355" y="165"/>
                </a:lnTo>
                <a:lnTo>
                  <a:pt x="334" y="181"/>
                </a:lnTo>
                <a:lnTo>
                  <a:pt x="313" y="198"/>
                </a:lnTo>
                <a:lnTo>
                  <a:pt x="292" y="215"/>
                </a:lnTo>
                <a:lnTo>
                  <a:pt x="272" y="234"/>
                </a:lnTo>
                <a:lnTo>
                  <a:pt x="253" y="252"/>
                </a:lnTo>
                <a:lnTo>
                  <a:pt x="234" y="272"/>
                </a:lnTo>
                <a:lnTo>
                  <a:pt x="216" y="292"/>
                </a:lnTo>
                <a:lnTo>
                  <a:pt x="198" y="312"/>
                </a:lnTo>
                <a:lnTo>
                  <a:pt x="181" y="334"/>
                </a:lnTo>
                <a:lnTo>
                  <a:pt x="165" y="355"/>
                </a:lnTo>
                <a:lnTo>
                  <a:pt x="150" y="377"/>
                </a:lnTo>
                <a:lnTo>
                  <a:pt x="135" y="400"/>
                </a:lnTo>
                <a:lnTo>
                  <a:pt x="121" y="423"/>
                </a:lnTo>
                <a:lnTo>
                  <a:pt x="107" y="446"/>
                </a:lnTo>
                <a:lnTo>
                  <a:pt x="95" y="470"/>
                </a:lnTo>
                <a:lnTo>
                  <a:pt x="83" y="495"/>
                </a:lnTo>
                <a:lnTo>
                  <a:pt x="72" y="519"/>
                </a:lnTo>
                <a:lnTo>
                  <a:pt x="60" y="544"/>
                </a:lnTo>
                <a:lnTo>
                  <a:pt x="51" y="569"/>
                </a:lnTo>
                <a:lnTo>
                  <a:pt x="42" y="595"/>
                </a:lnTo>
                <a:lnTo>
                  <a:pt x="34" y="621"/>
                </a:lnTo>
                <a:lnTo>
                  <a:pt x="27" y="647"/>
                </a:lnTo>
                <a:lnTo>
                  <a:pt x="20" y="673"/>
                </a:lnTo>
                <a:lnTo>
                  <a:pt x="15" y="700"/>
                </a:lnTo>
                <a:lnTo>
                  <a:pt x="10" y="726"/>
                </a:lnTo>
                <a:lnTo>
                  <a:pt x="7" y="753"/>
                </a:lnTo>
                <a:lnTo>
                  <a:pt x="4" y="780"/>
                </a:lnTo>
                <a:lnTo>
                  <a:pt x="1" y="807"/>
                </a:lnTo>
                <a:lnTo>
                  <a:pt x="0" y="834"/>
                </a:lnTo>
                <a:lnTo>
                  <a:pt x="0" y="861"/>
                </a:lnTo>
                <a:lnTo>
                  <a:pt x="0" y="888"/>
                </a:lnTo>
                <a:lnTo>
                  <a:pt x="1" y="915"/>
                </a:lnTo>
                <a:lnTo>
                  <a:pt x="4" y="942"/>
                </a:lnTo>
                <a:lnTo>
                  <a:pt x="7" y="969"/>
                </a:lnTo>
                <a:lnTo>
                  <a:pt x="10" y="996"/>
                </a:lnTo>
                <a:lnTo>
                  <a:pt x="15" y="1022"/>
                </a:lnTo>
                <a:lnTo>
                  <a:pt x="20" y="1050"/>
                </a:lnTo>
                <a:lnTo>
                  <a:pt x="27" y="1076"/>
                </a:lnTo>
                <a:lnTo>
                  <a:pt x="34" y="1102"/>
                </a:lnTo>
                <a:lnTo>
                  <a:pt x="42" y="1128"/>
                </a:lnTo>
                <a:lnTo>
                  <a:pt x="51" y="1154"/>
                </a:lnTo>
                <a:lnTo>
                  <a:pt x="60" y="1179"/>
                </a:lnTo>
                <a:lnTo>
                  <a:pt x="72" y="1204"/>
                </a:lnTo>
                <a:lnTo>
                  <a:pt x="83" y="1228"/>
                </a:lnTo>
                <a:lnTo>
                  <a:pt x="95" y="1253"/>
                </a:lnTo>
                <a:lnTo>
                  <a:pt x="107" y="1277"/>
                </a:lnTo>
                <a:lnTo>
                  <a:pt x="121" y="1300"/>
                </a:lnTo>
                <a:lnTo>
                  <a:pt x="135" y="1323"/>
                </a:lnTo>
                <a:lnTo>
                  <a:pt x="150" y="1346"/>
                </a:lnTo>
                <a:lnTo>
                  <a:pt x="165" y="1368"/>
                </a:lnTo>
                <a:lnTo>
                  <a:pt x="181" y="1389"/>
                </a:lnTo>
                <a:lnTo>
                  <a:pt x="198" y="1411"/>
                </a:lnTo>
                <a:lnTo>
                  <a:pt x="216" y="1431"/>
                </a:lnTo>
                <a:lnTo>
                  <a:pt x="234" y="1451"/>
                </a:lnTo>
                <a:lnTo>
                  <a:pt x="253" y="1471"/>
                </a:lnTo>
                <a:lnTo>
                  <a:pt x="272" y="1489"/>
                </a:lnTo>
                <a:lnTo>
                  <a:pt x="292" y="1508"/>
                </a:lnTo>
                <a:lnTo>
                  <a:pt x="313" y="1525"/>
                </a:lnTo>
                <a:lnTo>
                  <a:pt x="334" y="1542"/>
                </a:lnTo>
                <a:lnTo>
                  <a:pt x="355" y="1558"/>
                </a:lnTo>
                <a:lnTo>
                  <a:pt x="378" y="1574"/>
                </a:lnTo>
                <a:lnTo>
                  <a:pt x="400" y="1589"/>
                </a:lnTo>
                <a:lnTo>
                  <a:pt x="423" y="1603"/>
                </a:lnTo>
                <a:lnTo>
                  <a:pt x="447" y="1616"/>
                </a:lnTo>
                <a:lnTo>
                  <a:pt x="471" y="1629"/>
                </a:lnTo>
                <a:lnTo>
                  <a:pt x="495" y="1641"/>
                </a:lnTo>
                <a:lnTo>
                  <a:pt x="520" y="1652"/>
                </a:lnTo>
                <a:lnTo>
                  <a:pt x="545" y="1662"/>
                </a:lnTo>
                <a:lnTo>
                  <a:pt x="570" y="1672"/>
                </a:lnTo>
                <a:lnTo>
                  <a:pt x="595" y="1680"/>
                </a:lnTo>
                <a:lnTo>
                  <a:pt x="621" y="1688"/>
                </a:lnTo>
                <a:lnTo>
                  <a:pt x="647" y="1696"/>
                </a:lnTo>
                <a:lnTo>
                  <a:pt x="674" y="1702"/>
                </a:lnTo>
                <a:lnTo>
                  <a:pt x="700" y="1707"/>
                </a:lnTo>
                <a:lnTo>
                  <a:pt x="727" y="1712"/>
                </a:lnTo>
                <a:lnTo>
                  <a:pt x="753" y="1716"/>
                </a:lnTo>
                <a:lnTo>
                  <a:pt x="780" y="1719"/>
                </a:lnTo>
                <a:lnTo>
                  <a:pt x="807" y="1721"/>
                </a:lnTo>
                <a:lnTo>
                  <a:pt x="834" y="1722"/>
                </a:lnTo>
                <a:lnTo>
                  <a:pt x="861" y="1723"/>
                </a:lnTo>
                <a:lnTo>
                  <a:pt x="888" y="1722"/>
                </a:lnTo>
                <a:lnTo>
                  <a:pt x="915" y="1721"/>
                </a:lnTo>
                <a:lnTo>
                  <a:pt x="942" y="1719"/>
                </a:lnTo>
                <a:lnTo>
                  <a:pt x="969" y="1716"/>
                </a:lnTo>
                <a:lnTo>
                  <a:pt x="996" y="1712"/>
                </a:lnTo>
                <a:lnTo>
                  <a:pt x="1023" y="1707"/>
                </a:lnTo>
                <a:lnTo>
                  <a:pt x="1049" y="1702"/>
                </a:lnTo>
                <a:lnTo>
                  <a:pt x="1075" y="1696"/>
                </a:lnTo>
                <a:lnTo>
                  <a:pt x="1101" y="1688"/>
                </a:lnTo>
                <a:lnTo>
                  <a:pt x="1127" y="1680"/>
                </a:lnTo>
                <a:lnTo>
                  <a:pt x="1153" y="1672"/>
                </a:lnTo>
                <a:lnTo>
                  <a:pt x="1178" y="1662"/>
                </a:lnTo>
                <a:lnTo>
                  <a:pt x="1203" y="1652"/>
                </a:lnTo>
                <a:lnTo>
                  <a:pt x="1228" y="1641"/>
                </a:lnTo>
                <a:lnTo>
                  <a:pt x="1252" y="1629"/>
                </a:lnTo>
                <a:lnTo>
                  <a:pt x="1276" y="1616"/>
                </a:lnTo>
                <a:lnTo>
                  <a:pt x="1299" y="1603"/>
                </a:lnTo>
                <a:lnTo>
                  <a:pt x="1322" y="1589"/>
                </a:lnTo>
                <a:lnTo>
                  <a:pt x="1345" y="1574"/>
                </a:lnTo>
                <a:lnTo>
                  <a:pt x="1367" y="1558"/>
                </a:lnTo>
                <a:lnTo>
                  <a:pt x="1389" y="1542"/>
                </a:lnTo>
                <a:lnTo>
                  <a:pt x="1410" y="1525"/>
                </a:lnTo>
                <a:lnTo>
                  <a:pt x="1430" y="1508"/>
                </a:lnTo>
                <a:lnTo>
                  <a:pt x="1450" y="1489"/>
                </a:lnTo>
                <a:lnTo>
                  <a:pt x="1470" y="1471"/>
                </a:lnTo>
                <a:lnTo>
                  <a:pt x="1489" y="1451"/>
                </a:lnTo>
                <a:lnTo>
                  <a:pt x="1507" y="1431"/>
                </a:lnTo>
                <a:lnTo>
                  <a:pt x="1524" y="1411"/>
                </a:lnTo>
                <a:lnTo>
                  <a:pt x="1541" y="1389"/>
                </a:lnTo>
                <a:lnTo>
                  <a:pt x="1558" y="1368"/>
                </a:lnTo>
                <a:lnTo>
                  <a:pt x="1573" y="1346"/>
                </a:lnTo>
                <a:lnTo>
                  <a:pt x="1588" y="1323"/>
                </a:lnTo>
                <a:lnTo>
                  <a:pt x="1602" y="1300"/>
                </a:lnTo>
                <a:lnTo>
                  <a:pt x="1615" y="1277"/>
                </a:lnTo>
                <a:lnTo>
                  <a:pt x="1628" y="1253"/>
                </a:lnTo>
                <a:lnTo>
                  <a:pt x="1640" y="1228"/>
                </a:lnTo>
                <a:lnTo>
                  <a:pt x="1651" y="1204"/>
                </a:lnTo>
                <a:lnTo>
                  <a:pt x="1662" y="1179"/>
                </a:lnTo>
                <a:lnTo>
                  <a:pt x="1671" y="1154"/>
                </a:lnTo>
                <a:lnTo>
                  <a:pt x="1680" y="1128"/>
                </a:lnTo>
                <a:lnTo>
                  <a:pt x="1688" y="1102"/>
                </a:lnTo>
                <a:lnTo>
                  <a:pt x="1695" y="1076"/>
                </a:lnTo>
                <a:lnTo>
                  <a:pt x="1701" y="1050"/>
                </a:lnTo>
                <a:lnTo>
                  <a:pt x="1707" y="1022"/>
                </a:lnTo>
                <a:lnTo>
                  <a:pt x="1711" y="996"/>
                </a:lnTo>
                <a:lnTo>
                  <a:pt x="1715" y="969"/>
                </a:lnTo>
                <a:lnTo>
                  <a:pt x="1718" y="942"/>
                </a:lnTo>
                <a:lnTo>
                  <a:pt x="1720" y="915"/>
                </a:lnTo>
                <a:lnTo>
                  <a:pt x="1722" y="888"/>
                </a:lnTo>
                <a:lnTo>
                  <a:pt x="1722" y="861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3695400" y="148572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3385800" y="1175760"/>
            <a:ext cx="619920" cy="620280"/>
          </a:xfrm>
          <a:custGeom>
            <a:avLst/>
            <a:gdLst/>
            <a:ahLst/>
            <a:rect l="0" t="0" r="r" b="b"/>
            <a:pathLst>
              <a:path w="1722" h="1723">
                <a:moveTo>
                  <a:pt x="253" y="252"/>
                </a:moveTo>
                <a:lnTo>
                  <a:pt x="253" y="1471"/>
                </a:lnTo>
                <a:lnTo>
                  <a:pt x="1470" y="1471"/>
                </a:lnTo>
                <a:lnTo>
                  <a:pt x="1470" y="252"/>
                </a:lnTo>
                <a:lnTo>
                  <a:pt x="253" y="252"/>
                </a:lnTo>
                <a:moveTo>
                  <a:pt x="1722" y="861"/>
                </a:moveTo>
                <a:lnTo>
                  <a:pt x="1722" y="888"/>
                </a:lnTo>
                <a:lnTo>
                  <a:pt x="1720" y="915"/>
                </a:lnTo>
                <a:lnTo>
                  <a:pt x="1718" y="942"/>
                </a:lnTo>
                <a:lnTo>
                  <a:pt x="1715" y="969"/>
                </a:lnTo>
                <a:lnTo>
                  <a:pt x="1711" y="996"/>
                </a:lnTo>
                <a:lnTo>
                  <a:pt x="1707" y="1022"/>
                </a:lnTo>
                <a:lnTo>
                  <a:pt x="1701" y="1050"/>
                </a:lnTo>
                <a:lnTo>
                  <a:pt x="1695" y="1076"/>
                </a:lnTo>
                <a:lnTo>
                  <a:pt x="1688" y="1102"/>
                </a:lnTo>
                <a:lnTo>
                  <a:pt x="1680" y="1128"/>
                </a:lnTo>
                <a:lnTo>
                  <a:pt x="1671" y="1154"/>
                </a:lnTo>
                <a:lnTo>
                  <a:pt x="1662" y="1179"/>
                </a:lnTo>
                <a:lnTo>
                  <a:pt x="1651" y="1204"/>
                </a:lnTo>
                <a:lnTo>
                  <a:pt x="1640" y="1228"/>
                </a:lnTo>
                <a:lnTo>
                  <a:pt x="1628" y="1253"/>
                </a:lnTo>
                <a:lnTo>
                  <a:pt x="1615" y="1277"/>
                </a:lnTo>
                <a:lnTo>
                  <a:pt x="1602" y="1300"/>
                </a:lnTo>
                <a:lnTo>
                  <a:pt x="1588" y="1323"/>
                </a:lnTo>
                <a:lnTo>
                  <a:pt x="1573" y="1346"/>
                </a:lnTo>
                <a:lnTo>
                  <a:pt x="1558" y="1368"/>
                </a:lnTo>
                <a:lnTo>
                  <a:pt x="1541" y="1389"/>
                </a:lnTo>
                <a:lnTo>
                  <a:pt x="1524" y="1411"/>
                </a:lnTo>
                <a:lnTo>
                  <a:pt x="1507" y="1431"/>
                </a:lnTo>
                <a:lnTo>
                  <a:pt x="1489" y="1451"/>
                </a:lnTo>
                <a:lnTo>
                  <a:pt x="1470" y="1471"/>
                </a:lnTo>
                <a:lnTo>
                  <a:pt x="1450" y="1489"/>
                </a:lnTo>
                <a:lnTo>
                  <a:pt x="1430" y="1508"/>
                </a:lnTo>
                <a:lnTo>
                  <a:pt x="1410" y="1525"/>
                </a:lnTo>
                <a:lnTo>
                  <a:pt x="1389" y="1542"/>
                </a:lnTo>
                <a:lnTo>
                  <a:pt x="1367" y="1558"/>
                </a:lnTo>
                <a:lnTo>
                  <a:pt x="1345" y="1574"/>
                </a:lnTo>
                <a:lnTo>
                  <a:pt x="1322" y="1589"/>
                </a:lnTo>
                <a:lnTo>
                  <a:pt x="1299" y="1603"/>
                </a:lnTo>
                <a:lnTo>
                  <a:pt x="1276" y="1616"/>
                </a:lnTo>
                <a:lnTo>
                  <a:pt x="1252" y="1629"/>
                </a:lnTo>
                <a:lnTo>
                  <a:pt x="1228" y="1641"/>
                </a:lnTo>
                <a:lnTo>
                  <a:pt x="1203" y="1652"/>
                </a:lnTo>
                <a:lnTo>
                  <a:pt x="1178" y="1662"/>
                </a:lnTo>
                <a:lnTo>
                  <a:pt x="1153" y="1672"/>
                </a:lnTo>
                <a:lnTo>
                  <a:pt x="1127" y="1680"/>
                </a:lnTo>
                <a:lnTo>
                  <a:pt x="1101" y="1688"/>
                </a:lnTo>
                <a:lnTo>
                  <a:pt x="1075" y="1696"/>
                </a:lnTo>
                <a:lnTo>
                  <a:pt x="1049" y="1702"/>
                </a:lnTo>
                <a:lnTo>
                  <a:pt x="1023" y="1707"/>
                </a:lnTo>
                <a:lnTo>
                  <a:pt x="996" y="1712"/>
                </a:lnTo>
                <a:lnTo>
                  <a:pt x="969" y="1716"/>
                </a:lnTo>
                <a:lnTo>
                  <a:pt x="942" y="1719"/>
                </a:lnTo>
                <a:lnTo>
                  <a:pt x="915" y="1721"/>
                </a:lnTo>
                <a:lnTo>
                  <a:pt x="888" y="1722"/>
                </a:lnTo>
                <a:lnTo>
                  <a:pt x="861" y="1723"/>
                </a:lnTo>
                <a:lnTo>
                  <a:pt x="834" y="1722"/>
                </a:lnTo>
                <a:lnTo>
                  <a:pt x="807" y="1721"/>
                </a:lnTo>
                <a:lnTo>
                  <a:pt x="780" y="1719"/>
                </a:lnTo>
                <a:lnTo>
                  <a:pt x="753" y="1716"/>
                </a:lnTo>
                <a:lnTo>
                  <a:pt x="727" y="1712"/>
                </a:lnTo>
                <a:lnTo>
                  <a:pt x="700" y="1707"/>
                </a:lnTo>
                <a:lnTo>
                  <a:pt x="674" y="1702"/>
                </a:lnTo>
                <a:lnTo>
                  <a:pt x="647" y="1696"/>
                </a:lnTo>
                <a:lnTo>
                  <a:pt x="621" y="1688"/>
                </a:lnTo>
                <a:lnTo>
                  <a:pt x="595" y="1680"/>
                </a:lnTo>
                <a:lnTo>
                  <a:pt x="570" y="1672"/>
                </a:lnTo>
                <a:lnTo>
                  <a:pt x="545" y="1662"/>
                </a:lnTo>
                <a:lnTo>
                  <a:pt x="520" y="1652"/>
                </a:lnTo>
                <a:lnTo>
                  <a:pt x="495" y="1641"/>
                </a:lnTo>
                <a:lnTo>
                  <a:pt x="471" y="1629"/>
                </a:lnTo>
                <a:lnTo>
                  <a:pt x="447" y="1616"/>
                </a:lnTo>
                <a:lnTo>
                  <a:pt x="423" y="1603"/>
                </a:lnTo>
                <a:lnTo>
                  <a:pt x="400" y="1589"/>
                </a:lnTo>
                <a:lnTo>
                  <a:pt x="378" y="1574"/>
                </a:lnTo>
                <a:lnTo>
                  <a:pt x="355" y="1558"/>
                </a:lnTo>
                <a:lnTo>
                  <a:pt x="334" y="1542"/>
                </a:lnTo>
                <a:lnTo>
                  <a:pt x="313" y="1525"/>
                </a:lnTo>
                <a:lnTo>
                  <a:pt x="292" y="1508"/>
                </a:lnTo>
                <a:lnTo>
                  <a:pt x="272" y="1489"/>
                </a:lnTo>
                <a:lnTo>
                  <a:pt x="253" y="1471"/>
                </a:lnTo>
                <a:lnTo>
                  <a:pt x="234" y="1451"/>
                </a:lnTo>
                <a:lnTo>
                  <a:pt x="216" y="1431"/>
                </a:lnTo>
                <a:lnTo>
                  <a:pt x="198" y="1411"/>
                </a:lnTo>
                <a:lnTo>
                  <a:pt x="181" y="1389"/>
                </a:lnTo>
                <a:lnTo>
                  <a:pt x="165" y="1368"/>
                </a:lnTo>
                <a:lnTo>
                  <a:pt x="150" y="1346"/>
                </a:lnTo>
                <a:lnTo>
                  <a:pt x="135" y="1323"/>
                </a:lnTo>
                <a:lnTo>
                  <a:pt x="121" y="1300"/>
                </a:lnTo>
                <a:lnTo>
                  <a:pt x="107" y="1277"/>
                </a:lnTo>
                <a:lnTo>
                  <a:pt x="95" y="1253"/>
                </a:lnTo>
                <a:lnTo>
                  <a:pt x="83" y="1228"/>
                </a:lnTo>
                <a:lnTo>
                  <a:pt x="72" y="1204"/>
                </a:lnTo>
                <a:lnTo>
                  <a:pt x="60" y="1179"/>
                </a:lnTo>
                <a:lnTo>
                  <a:pt x="51" y="1154"/>
                </a:lnTo>
                <a:lnTo>
                  <a:pt x="42" y="1128"/>
                </a:lnTo>
                <a:lnTo>
                  <a:pt x="34" y="1102"/>
                </a:lnTo>
                <a:lnTo>
                  <a:pt x="27" y="1076"/>
                </a:lnTo>
                <a:lnTo>
                  <a:pt x="20" y="1050"/>
                </a:lnTo>
                <a:lnTo>
                  <a:pt x="15" y="1022"/>
                </a:lnTo>
                <a:lnTo>
                  <a:pt x="10" y="996"/>
                </a:lnTo>
                <a:lnTo>
                  <a:pt x="7" y="969"/>
                </a:lnTo>
                <a:lnTo>
                  <a:pt x="4" y="942"/>
                </a:lnTo>
                <a:lnTo>
                  <a:pt x="1" y="915"/>
                </a:lnTo>
                <a:lnTo>
                  <a:pt x="0" y="888"/>
                </a:lnTo>
                <a:lnTo>
                  <a:pt x="0" y="861"/>
                </a:lnTo>
                <a:lnTo>
                  <a:pt x="0" y="834"/>
                </a:lnTo>
                <a:lnTo>
                  <a:pt x="1" y="807"/>
                </a:lnTo>
                <a:lnTo>
                  <a:pt x="4" y="780"/>
                </a:lnTo>
                <a:lnTo>
                  <a:pt x="7" y="753"/>
                </a:lnTo>
                <a:lnTo>
                  <a:pt x="10" y="726"/>
                </a:lnTo>
                <a:lnTo>
                  <a:pt x="15" y="700"/>
                </a:lnTo>
                <a:lnTo>
                  <a:pt x="20" y="673"/>
                </a:lnTo>
                <a:lnTo>
                  <a:pt x="27" y="647"/>
                </a:lnTo>
                <a:lnTo>
                  <a:pt x="34" y="621"/>
                </a:lnTo>
                <a:lnTo>
                  <a:pt x="42" y="595"/>
                </a:lnTo>
                <a:lnTo>
                  <a:pt x="51" y="569"/>
                </a:lnTo>
                <a:lnTo>
                  <a:pt x="60" y="544"/>
                </a:lnTo>
                <a:lnTo>
                  <a:pt x="72" y="519"/>
                </a:lnTo>
                <a:lnTo>
                  <a:pt x="83" y="495"/>
                </a:lnTo>
                <a:lnTo>
                  <a:pt x="95" y="470"/>
                </a:lnTo>
                <a:lnTo>
                  <a:pt x="107" y="446"/>
                </a:lnTo>
                <a:lnTo>
                  <a:pt x="121" y="423"/>
                </a:lnTo>
                <a:lnTo>
                  <a:pt x="135" y="400"/>
                </a:lnTo>
                <a:lnTo>
                  <a:pt x="150" y="377"/>
                </a:lnTo>
                <a:lnTo>
                  <a:pt x="165" y="355"/>
                </a:lnTo>
                <a:lnTo>
                  <a:pt x="181" y="334"/>
                </a:lnTo>
                <a:lnTo>
                  <a:pt x="198" y="312"/>
                </a:lnTo>
                <a:lnTo>
                  <a:pt x="216" y="292"/>
                </a:lnTo>
                <a:lnTo>
                  <a:pt x="234" y="272"/>
                </a:lnTo>
                <a:lnTo>
                  <a:pt x="253" y="252"/>
                </a:lnTo>
                <a:lnTo>
                  <a:pt x="272" y="234"/>
                </a:lnTo>
                <a:lnTo>
                  <a:pt x="292" y="215"/>
                </a:lnTo>
                <a:lnTo>
                  <a:pt x="313" y="198"/>
                </a:lnTo>
                <a:lnTo>
                  <a:pt x="334" y="181"/>
                </a:lnTo>
                <a:lnTo>
                  <a:pt x="355" y="165"/>
                </a:lnTo>
                <a:lnTo>
                  <a:pt x="378" y="149"/>
                </a:lnTo>
                <a:lnTo>
                  <a:pt x="400" y="134"/>
                </a:lnTo>
                <a:lnTo>
                  <a:pt x="423" y="120"/>
                </a:lnTo>
                <a:lnTo>
                  <a:pt x="447" y="107"/>
                </a:lnTo>
                <a:lnTo>
                  <a:pt x="471" y="94"/>
                </a:lnTo>
                <a:lnTo>
                  <a:pt x="495" y="82"/>
                </a:lnTo>
                <a:lnTo>
                  <a:pt x="520" y="71"/>
                </a:lnTo>
                <a:lnTo>
                  <a:pt x="545" y="61"/>
                </a:lnTo>
                <a:lnTo>
                  <a:pt x="570" y="51"/>
                </a:lnTo>
                <a:lnTo>
                  <a:pt x="595" y="43"/>
                </a:lnTo>
                <a:lnTo>
                  <a:pt x="621" y="35"/>
                </a:lnTo>
                <a:lnTo>
                  <a:pt x="647" y="27"/>
                </a:lnTo>
                <a:lnTo>
                  <a:pt x="674" y="21"/>
                </a:lnTo>
                <a:lnTo>
                  <a:pt x="700" y="16"/>
                </a:lnTo>
                <a:lnTo>
                  <a:pt x="727" y="11"/>
                </a:lnTo>
                <a:lnTo>
                  <a:pt x="753" y="7"/>
                </a:lnTo>
                <a:lnTo>
                  <a:pt x="780" y="4"/>
                </a:lnTo>
                <a:lnTo>
                  <a:pt x="807" y="2"/>
                </a:lnTo>
                <a:lnTo>
                  <a:pt x="834" y="1"/>
                </a:lnTo>
                <a:lnTo>
                  <a:pt x="861" y="0"/>
                </a:lnTo>
                <a:lnTo>
                  <a:pt x="888" y="1"/>
                </a:lnTo>
                <a:lnTo>
                  <a:pt x="915" y="2"/>
                </a:lnTo>
                <a:lnTo>
                  <a:pt x="942" y="4"/>
                </a:lnTo>
                <a:lnTo>
                  <a:pt x="969" y="7"/>
                </a:lnTo>
                <a:lnTo>
                  <a:pt x="996" y="11"/>
                </a:lnTo>
                <a:lnTo>
                  <a:pt x="1023" y="16"/>
                </a:lnTo>
                <a:lnTo>
                  <a:pt x="1049" y="21"/>
                </a:lnTo>
                <a:lnTo>
                  <a:pt x="1075" y="27"/>
                </a:lnTo>
                <a:lnTo>
                  <a:pt x="1101" y="35"/>
                </a:lnTo>
                <a:lnTo>
                  <a:pt x="1127" y="43"/>
                </a:lnTo>
                <a:lnTo>
                  <a:pt x="1153" y="51"/>
                </a:lnTo>
                <a:lnTo>
                  <a:pt x="1178" y="61"/>
                </a:lnTo>
                <a:lnTo>
                  <a:pt x="1203" y="71"/>
                </a:lnTo>
                <a:lnTo>
                  <a:pt x="1228" y="82"/>
                </a:lnTo>
                <a:lnTo>
                  <a:pt x="1252" y="94"/>
                </a:lnTo>
                <a:lnTo>
                  <a:pt x="1276" y="107"/>
                </a:lnTo>
                <a:lnTo>
                  <a:pt x="1299" y="120"/>
                </a:lnTo>
                <a:lnTo>
                  <a:pt x="1322" y="134"/>
                </a:lnTo>
                <a:lnTo>
                  <a:pt x="1345" y="149"/>
                </a:lnTo>
                <a:lnTo>
                  <a:pt x="1367" y="165"/>
                </a:lnTo>
                <a:lnTo>
                  <a:pt x="1389" y="181"/>
                </a:lnTo>
                <a:lnTo>
                  <a:pt x="1410" y="198"/>
                </a:lnTo>
                <a:lnTo>
                  <a:pt x="1430" y="215"/>
                </a:lnTo>
                <a:lnTo>
                  <a:pt x="1450" y="234"/>
                </a:lnTo>
                <a:lnTo>
                  <a:pt x="1470" y="252"/>
                </a:lnTo>
                <a:lnTo>
                  <a:pt x="1489" y="272"/>
                </a:lnTo>
                <a:lnTo>
                  <a:pt x="1507" y="292"/>
                </a:lnTo>
                <a:lnTo>
                  <a:pt x="1524" y="312"/>
                </a:lnTo>
                <a:lnTo>
                  <a:pt x="1541" y="334"/>
                </a:lnTo>
                <a:lnTo>
                  <a:pt x="1558" y="355"/>
                </a:lnTo>
                <a:lnTo>
                  <a:pt x="1573" y="377"/>
                </a:lnTo>
                <a:lnTo>
                  <a:pt x="1588" y="400"/>
                </a:lnTo>
                <a:lnTo>
                  <a:pt x="1602" y="423"/>
                </a:lnTo>
                <a:lnTo>
                  <a:pt x="1615" y="446"/>
                </a:lnTo>
                <a:lnTo>
                  <a:pt x="1628" y="470"/>
                </a:lnTo>
                <a:lnTo>
                  <a:pt x="1640" y="495"/>
                </a:lnTo>
                <a:lnTo>
                  <a:pt x="1651" y="519"/>
                </a:lnTo>
                <a:lnTo>
                  <a:pt x="1662" y="544"/>
                </a:lnTo>
                <a:lnTo>
                  <a:pt x="1671" y="569"/>
                </a:lnTo>
                <a:lnTo>
                  <a:pt x="1680" y="595"/>
                </a:lnTo>
                <a:lnTo>
                  <a:pt x="1688" y="621"/>
                </a:lnTo>
                <a:lnTo>
                  <a:pt x="1695" y="647"/>
                </a:lnTo>
                <a:lnTo>
                  <a:pt x="1701" y="673"/>
                </a:lnTo>
                <a:lnTo>
                  <a:pt x="1707" y="700"/>
                </a:lnTo>
                <a:lnTo>
                  <a:pt x="1711" y="726"/>
                </a:lnTo>
                <a:lnTo>
                  <a:pt x="1715" y="753"/>
                </a:lnTo>
                <a:lnTo>
                  <a:pt x="1718" y="780"/>
                </a:lnTo>
                <a:lnTo>
                  <a:pt x="1720" y="807"/>
                </a:lnTo>
                <a:lnTo>
                  <a:pt x="1722" y="834"/>
                </a:lnTo>
                <a:lnTo>
                  <a:pt x="1722" y="861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4457520" y="1286640"/>
            <a:ext cx="586656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fffeff"/>
                </a:solidFill>
                <a:latin typeface="SourceSans3"/>
                <a:ea typeface="SourceSans3"/>
              </a:rPr>
              <a:t>Circle markers keep their green-and-white ring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94" name="" descr=""/>
          <p:cNvPicPr/>
          <p:nvPr/>
        </p:nvPicPr>
        <p:blipFill>
          <a:blip r:embed="rId2"/>
          <a:stretch/>
        </p:blipFill>
        <p:spPr>
          <a:xfrm>
            <a:off x="3480840" y="1841040"/>
            <a:ext cx="600120" cy="603000"/>
          </a:xfrm>
          <a:prstGeom prst="rect">
            <a:avLst/>
          </a:prstGeom>
          <a:ln w="0">
            <a:noFill/>
          </a:ln>
        </p:spPr>
      </p:pic>
      <p:sp>
        <p:nvSpPr>
          <p:cNvPr id="195" name=""/>
          <p:cNvSpPr/>
          <p:nvPr/>
        </p:nvSpPr>
        <p:spPr>
          <a:xfrm>
            <a:off x="3480480" y="1840680"/>
            <a:ext cx="600840" cy="604080"/>
          </a:xfrm>
          <a:custGeom>
            <a:avLst/>
            <a:gdLst/>
            <a:ahLst/>
            <a:rect l="0" t="0" r="r" b="b"/>
            <a:pathLst>
              <a:path w="1669" h="1678">
                <a:moveTo>
                  <a:pt x="0" y="0"/>
                </a:moveTo>
                <a:lnTo>
                  <a:pt x="1669" y="0"/>
                </a:lnTo>
                <a:lnTo>
                  <a:pt x="1669" y="1678"/>
                </a:lnTo>
                <a:lnTo>
                  <a:pt x="0" y="16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3617280" y="1969200"/>
            <a:ext cx="271440" cy="271440"/>
          </a:xfrm>
          <a:custGeom>
            <a:avLst/>
            <a:gdLst/>
            <a:ahLst/>
            <a:rect l="0" t="0" r="r" b="b"/>
            <a:pathLst>
              <a:path w="754" h="754">
                <a:moveTo>
                  <a:pt x="377" y="378"/>
                </a:moveTo>
                <a:lnTo>
                  <a:pt x="377" y="378"/>
                </a:lnTo>
                <a:moveTo>
                  <a:pt x="754" y="378"/>
                </a:moveTo>
                <a:lnTo>
                  <a:pt x="753" y="366"/>
                </a:lnTo>
                <a:lnTo>
                  <a:pt x="753" y="354"/>
                </a:lnTo>
                <a:lnTo>
                  <a:pt x="752" y="342"/>
                </a:lnTo>
                <a:lnTo>
                  <a:pt x="751" y="331"/>
                </a:lnTo>
                <a:lnTo>
                  <a:pt x="749" y="319"/>
                </a:lnTo>
                <a:lnTo>
                  <a:pt x="747" y="307"/>
                </a:lnTo>
                <a:lnTo>
                  <a:pt x="745" y="296"/>
                </a:lnTo>
                <a:lnTo>
                  <a:pt x="742" y="284"/>
                </a:lnTo>
                <a:lnTo>
                  <a:pt x="739" y="273"/>
                </a:lnTo>
                <a:lnTo>
                  <a:pt x="735" y="261"/>
                </a:lnTo>
                <a:lnTo>
                  <a:pt x="731" y="250"/>
                </a:lnTo>
                <a:lnTo>
                  <a:pt x="727" y="239"/>
                </a:lnTo>
                <a:lnTo>
                  <a:pt x="723" y="228"/>
                </a:lnTo>
                <a:lnTo>
                  <a:pt x="718" y="217"/>
                </a:lnTo>
                <a:lnTo>
                  <a:pt x="713" y="207"/>
                </a:lnTo>
                <a:lnTo>
                  <a:pt x="707" y="196"/>
                </a:lnTo>
                <a:lnTo>
                  <a:pt x="701" y="186"/>
                </a:lnTo>
                <a:lnTo>
                  <a:pt x="695" y="175"/>
                </a:lnTo>
                <a:lnTo>
                  <a:pt x="688" y="165"/>
                </a:lnTo>
                <a:lnTo>
                  <a:pt x="682" y="155"/>
                </a:lnTo>
                <a:lnTo>
                  <a:pt x="675" y="146"/>
                </a:lnTo>
                <a:lnTo>
                  <a:pt x="667" y="137"/>
                </a:lnTo>
                <a:lnTo>
                  <a:pt x="660" y="128"/>
                </a:lnTo>
                <a:lnTo>
                  <a:pt x="652" y="119"/>
                </a:lnTo>
                <a:lnTo>
                  <a:pt x="643" y="111"/>
                </a:lnTo>
                <a:lnTo>
                  <a:pt x="635" y="102"/>
                </a:lnTo>
                <a:lnTo>
                  <a:pt x="626" y="94"/>
                </a:lnTo>
                <a:lnTo>
                  <a:pt x="617" y="87"/>
                </a:lnTo>
                <a:lnTo>
                  <a:pt x="608" y="79"/>
                </a:lnTo>
                <a:lnTo>
                  <a:pt x="598" y="72"/>
                </a:lnTo>
                <a:lnTo>
                  <a:pt x="589" y="65"/>
                </a:lnTo>
                <a:lnTo>
                  <a:pt x="579" y="59"/>
                </a:lnTo>
                <a:lnTo>
                  <a:pt x="569" y="53"/>
                </a:lnTo>
                <a:lnTo>
                  <a:pt x="558" y="47"/>
                </a:lnTo>
                <a:lnTo>
                  <a:pt x="548" y="41"/>
                </a:lnTo>
                <a:lnTo>
                  <a:pt x="537" y="36"/>
                </a:lnTo>
                <a:lnTo>
                  <a:pt x="527" y="31"/>
                </a:lnTo>
                <a:lnTo>
                  <a:pt x="516" y="27"/>
                </a:lnTo>
                <a:lnTo>
                  <a:pt x="505" y="23"/>
                </a:lnTo>
                <a:lnTo>
                  <a:pt x="493" y="19"/>
                </a:lnTo>
                <a:lnTo>
                  <a:pt x="482" y="15"/>
                </a:lnTo>
                <a:lnTo>
                  <a:pt x="471" y="12"/>
                </a:lnTo>
                <a:lnTo>
                  <a:pt x="459" y="9"/>
                </a:lnTo>
                <a:lnTo>
                  <a:pt x="448" y="7"/>
                </a:lnTo>
                <a:lnTo>
                  <a:pt x="436" y="5"/>
                </a:lnTo>
                <a:lnTo>
                  <a:pt x="424" y="3"/>
                </a:lnTo>
                <a:lnTo>
                  <a:pt x="413" y="2"/>
                </a:lnTo>
                <a:lnTo>
                  <a:pt x="401" y="1"/>
                </a:lnTo>
                <a:lnTo>
                  <a:pt x="389" y="0"/>
                </a:lnTo>
                <a:lnTo>
                  <a:pt x="377" y="0"/>
                </a:lnTo>
                <a:lnTo>
                  <a:pt x="365" y="0"/>
                </a:lnTo>
                <a:lnTo>
                  <a:pt x="353" y="1"/>
                </a:lnTo>
                <a:lnTo>
                  <a:pt x="342" y="2"/>
                </a:lnTo>
                <a:lnTo>
                  <a:pt x="330" y="3"/>
                </a:lnTo>
                <a:lnTo>
                  <a:pt x="318" y="5"/>
                </a:lnTo>
                <a:lnTo>
                  <a:pt x="307" y="7"/>
                </a:lnTo>
                <a:lnTo>
                  <a:pt x="295" y="9"/>
                </a:lnTo>
                <a:lnTo>
                  <a:pt x="283" y="12"/>
                </a:lnTo>
                <a:lnTo>
                  <a:pt x="272" y="15"/>
                </a:lnTo>
                <a:lnTo>
                  <a:pt x="261" y="19"/>
                </a:lnTo>
                <a:lnTo>
                  <a:pt x="250" y="23"/>
                </a:lnTo>
                <a:lnTo>
                  <a:pt x="238" y="27"/>
                </a:lnTo>
                <a:lnTo>
                  <a:pt x="228" y="31"/>
                </a:lnTo>
                <a:lnTo>
                  <a:pt x="217" y="36"/>
                </a:lnTo>
                <a:lnTo>
                  <a:pt x="206" y="41"/>
                </a:lnTo>
                <a:lnTo>
                  <a:pt x="196" y="47"/>
                </a:lnTo>
                <a:lnTo>
                  <a:pt x="185" y="53"/>
                </a:lnTo>
                <a:lnTo>
                  <a:pt x="175" y="59"/>
                </a:lnTo>
                <a:lnTo>
                  <a:pt x="165" y="65"/>
                </a:lnTo>
                <a:lnTo>
                  <a:pt x="156" y="72"/>
                </a:lnTo>
                <a:lnTo>
                  <a:pt x="146" y="79"/>
                </a:lnTo>
                <a:lnTo>
                  <a:pt x="137" y="87"/>
                </a:lnTo>
                <a:lnTo>
                  <a:pt x="128" y="94"/>
                </a:lnTo>
                <a:lnTo>
                  <a:pt x="119" y="102"/>
                </a:lnTo>
                <a:lnTo>
                  <a:pt x="110" y="111"/>
                </a:lnTo>
                <a:lnTo>
                  <a:pt x="102" y="119"/>
                </a:lnTo>
                <a:lnTo>
                  <a:pt x="94" y="128"/>
                </a:lnTo>
                <a:lnTo>
                  <a:pt x="86" y="137"/>
                </a:lnTo>
                <a:lnTo>
                  <a:pt x="79" y="146"/>
                </a:lnTo>
                <a:lnTo>
                  <a:pt x="71" y="155"/>
                </a:lnTo>
                <a:lnTo>
                  <a:pt x="65" y="165"/>
                </a:lnTo>
                <a:lnTo>
                  <a:pt x="58" y="175"/>
                </a:lnTo>
                <a:lnTo>
                  <a:pt x="52" y="186"/>
                </a:lnTo>
                <a:lnTo>
                  <a:pt x="46" y="196"/>
                </a:lnTo>
                <a:lnTo>
                  <a:pt x="41" y="207"/>
                </a:lnTo>
                <a:lnTo>
                  <a:pt x="35" y="217"/>
                </a:lnTo>
                <a:lnTo>
                  <a:pt x="31" y="228"/>
                </a:lnTo>
                <a:lnTo>
                  <a:pt x="26" y="239"/>
                </a:lnTo>
                <a:lnTo>
                  <a:pt x="22" y="250"/>
                </a:lnTo>
                <a:lnTo>
                  <a:pt x="18" y="261"/>
                </a:lnTo>
                <a:lnTo>
                  <a:pt x="15" y="273"/>
                </a:lnTo>
                <a:lnTo>
                  <a:pt x="11" y="284"/>
                </a:lnTo>
                <a:lnTo>
                  <a:pt x="9" y="296"/>
                </a:lnTo>
                <a:lnTo>
                  <a:pt x="6" y="307"/>
                </a:lnTo>
                <a:lnTo>
                  <a:pt x="4" y="319"/>
                </a:lnTo>
                <a:lnTo>
                  <a:pt x="3" y="331"/>
                </a:lnTo>
                <a:lnTo>
                  <a:pt x="1" y="342"/>
                </a:lnTo>
                <a:lnTo>
                  <a:pt x="0" y="354"/>
                </a:lnTo>
                <a:lnTo>
                  <a:pt x="0" y="366"/>
                </a:lnTo>
                <a:lnTo>
                  <a:pt x="0" y="378"/>
                </a:lnTo>
                <a:lnTo>
                  <a:pt x="0" y="390"/>
                </a:lnTo>
                <a:lnTo>
                  <a:pt x="0" y="401"/>
                </a:lnTo>
                <a:lnTo>
                  <a:pt x="1" y="413"/>
                </a:lnTo>
                <a:lnTo>
                  <a:pt x="3" y="425"/>
                </a:lnTo>
                <a:lnTo>
                  <a:pt x="4" y="437"/>
                </a:lnTo>
                <a:lnTo>
                  <a:pt x="6" y="448"/>
                </a:lnTo>
                <a:lnTo>
                  <a:pt x="9" y="460"/>
                </a:lnTo>
                <a:lnTo>
                  <a:pt x="11" y="471"/>
                </a:lnTo>
                <a:lnTo>
                  <a:pt x="15" y="483"/>
                </a:lnTo>
                <a:lnTo>
                  <a:pt x="18" y="494"/>
                </a:lnTo>
                <a:lnTo>
                  <a:pt x="22" y="505"/>
                </a:lnTo>
                <a:lnTo>
                  <a:pt x="26" y="516"/>
                </a:lnTo>
                <a:lnTo>
                  <a:pt x="31" y="527"/>
                </a:lnTo>
                <a:lnTo>
                  <a:pt x="35" y="538"/>
                </a:lnTo>
                <a:lnTo>
                  <a:pt x="41" y="549"/>
                </a:lnTo>
                <a:lnTo>
                  <a:pt x="46" y="559"/>
                </a:lnTo>
                <a:lnTo>
                  <a:pt x="52" y="569"/>
                </a:lnTo>
                <a:lnTo>
                  <a:pt x="58" y="580"/>
                </a:lnTo>
                <a:lnTo>
                  <a:pt x="65" y="589"/>
                </a:lnTo>
                <a:lnTo>
                  <a:pt x="71" y="599"/>
                </a:lnTo>
                <a:lnTo>
                  <a:pt x="79" y="609"/>
                </a:lnTo>
                <a:lnTo>
                  <a:pt x="86" y="618"/>
                </a:lnTo>
                <a:lnTo>
                  <a:pt x="94" y="627"/>
                </a:lnTo>
                <a:lnTo>
                  <a:pt x="102" y="636"/>
                </a:lnTo>
                <a:lnTo>
                  <a:pt x="110" y="644"/>
                </a:lnTo>
                <a:lnTo>
                  <a:pt x="119" y="652"/>
                </a:lnTo>
                <a:lnTo>
                  <a:pt x="128" y="660"/>
                </a:lnTo>
                <a:lnTo>
                  <a:pt x="137" y="668"/>
                </a:lnTo>
                <a:lnTo>
                  <a:pt x="146" y="675"/>
                </a:lnTo>
                <a:lnTo>
                  <a:pt x="156" y="682"/>
                </a:lnTo>
                <a:lnTo>
                  <a:pt x="165" y="689"/>
                </a:lnTo>
                <a:lnTo>
                  <a:pt x="175" y="696"/>
                </a:lnTo>
                <a:lnTo>
                  <a:pt x="185" y="702"/>
                </a:lnTo>
                <a:lnTo>
                  <a:pt x="196" y="708"/>
                </a:lnTo>
                <a:lnTo>
                  <a:pt x="206" y="713"/>
                </a:lnTo>
                <a:lnTo>
                  <a:pt x="217" y="718"/>
                </a:lnTo>
                <a:lnTo>
                  <a:pt x="228" y="723"/>
                </a:lnTo>
                <a:lnTo>
                  <a:pt x="238" y="728"/>
                </a:lnTo>
                <a:lnTo>
                  <a:pt x="250" y="732"/>
                </a:lnTo>
                <a:lnTo>
                  <a:pt x="261" y="736"/>
                </a:lnTo>
                <a:lnTo>
                  <a:pt x="272" y="739"/>
                </a:lnTo>
                <a:lnTo>
                  <a:pt x="283" y="742"/>
                </a:lnTo>
                <a:lnTo>
                  <a:pt x="295" y="745"/>
                </a:lnTo>
                <a:lnTo>
                  <a:pt x="307" y="748"/>
                </a:lnTo>
                <a:lnTo>
                  <a:pt x="318" y="750"/>
                </a:lnTo>
                <a:lnTo>
                  <a:pt x="330" y="751"/>
                </a:lnTo>
                <a:lnTo>
                  <a:pt x="342" y="753"/>
                </a:lnTo>
                <a:lnTo>
                  <a:pt x="353" y="754"/>
                </a:lnTo>
                <a:lnTo>
                  <a:pt x="365" y="754"/>
                </a:lnTo>
                <a:lnTo>
                  <a:pt x="377" y="754"/>
                </a:lnTo>
                <a:lnTo>
                  <a:pt x="389" y="754"/>
                </a:lnTo>
                <a:lnTo>
                  <a:pt x="401" y="754"/>
                </a:lnTo>
                <a:lnTo>
                  <a:pt x="413" y="753"/>
                </a:lnTo>
                <a:lnTo>
                  <a:pt x="424" y="751"/>
                </a:lnTo>
                <a:lnTo>
                  <a:pt x="436" y="750"/>
                </a:lnTo>
                <a:lnTo>
                  <a:pt x="448" y="748"/>
                </a:lnTo>
                <a:lnTo>
                  <a:pt x="459" y="745"/>
                </a:lnTo>
                <a:lnTo>
                  <a:pt x="471" y="742"/>
                </a:lnTo>
                <a:lnTo>
                  <a:pt x="482" y="739"/>
                </a:lnTo>
                <a:lnTo>
                  <a:pt x="493" y="736"/>
                </a:lnTo>
                <a:lnTo>
                  <a:pt x="505" y="732"/>
                </a:lnTo>
                <a:lnTo>
                  <a:pt x="516" y="728"/>
                </a:lnTo>
                <a:lnTo>
                  <a:pt x="527" y="723"/>
                </a:lnTo>
                <a:lnTo>
                  <a:pt x="537" y="718"/>
                </a:lnTo>
                <a:lnTo>
                  <a:pt x="548" y="713"/>
                </a:lnTo>
                <a:lnTo>
                  <a:pt x="558" y="708"/>
                </a:lnTo>
                <a:lnTo>
                  <a:pt x="569" y="702"/>
                </a:lnTo>
                <a:lnTo>
                  <a:pt x="579" y="696"/>
                </a:lnTo>
                <a:lnTo>
                  <a:pt x="589" y="689"/>
                </a:lnTo>
                <a:lnTo>
                  <a:pt x="598" y="682"/>
                </a:lnTo>
                <a:lnTo>
                  <a:pt x="608" y="675"/>
                </a:lnTo>
                <a:lnTo>
                  <a:pt x="617" y="668"/>
                </a:lnTo>
                <a:lnTo>
                  <a:pt x="626" y="660"/>
                </a:lnTo>
                <a:lnTo>
                  <a:pt x="635" y="652"/>
                </a:lnTo>
                <a:lnTo>
                  <a:pt x="643" y="644"/>
                </a:lnTo>
                <a:lnTo>
                  <a:pt x="652" y="636"/>
                </a:lnTo>
                <a:lnTo>
                  <a:pt x="660" y="627"/>
                </a:lnTo>
                <a:lnTo>
                  <a:pt x="667" y="618"/>
                </a:lnTo>
                <a:lnTo>
                  <a:pt x="675" y="609"/>
                </a:lnTo>
                <a:lnTo>
                  <a:pt x="682" y="599"/>
                </a:lnTo>
                <a:lnTo>
                  <a:pt x="688" y="589"/>
                </a:lnTo>
                <a:lnTo>
                  <a:pt x="695" y="580"/>
                </a:lnTo>
                <a:lnTo>
                  <a:pt x="701" y="569"/>
                </a:lnTo>
                <a:lnTo>
                  <a:pt x="707" y="559"/>
                </a:lnTo>
                <a:lnTo>
                  <a:pt x="713" y="549"/>
                </a:lnTo>
                <a:lnTo>
                  <a:pt x="718" y="538"/>
                </a:lnTo>
                <a:lnTo>
                  <a:pt x="723" y="527"/>
                </a:lnTo>
                <a:lnTo>
                  <a:pt x="727" y="516"/>
                </a:lnTo>
                <a:lnTo>
                  <a:pt x="731" y="505"/>
                </a:lnTo>
                <a:lnTo>
                  <a:pt x="735" y="494"/>
                </a:lnTo>
                <a:lnTo>
                  <a:pt x="739" y="483"/>
                </a:lnTo>
                <a:lnTo>
                  <a:pt x="742" y="471"/>
                </a:lnTo>
                <a:lnTo>
                  <a:pt x="745" y="460"/>
                </a:lnTo>
                <a:lnTo>
                  <a:pt x="747" y="448"/>
                </a:lnTo>
                <a:lnTo>
                  <a:pt x="749" y="437"/>
                </a:lnTo>
                <a:lnTo>
                  <a:pt x="751" y="425"/>
                </a:lnTo>
                <a:lnTo>
                  <a:pt x="752" y="413"/>
                </a:lnTo>
                <a:lnTo>
                  <a:pt x="753" y="401"/>
                </a:lnTo>
                <a:lnTo>
                  <a:pt x="753" y="390"/>
                </a:lnTo>
                <a:lnTo>
                  <a:pt x="754" y="378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3615840" y="1968120"/>
            <a:ext cx="273960" cy="273960"/>
          </a:xfrm>
          <a:custGeom>
            <a:avLst/>
            <a:gdLst/>
            <a:ahLst/>
            <a:rect l="0" t="0" r="r" b="b"/>
            <a:pathLst>
              <a:path w="761" h="761">
                <a:moveTo>
                  <a:pt x="758" y="381"/>
                </a:moveTo>
                <a:lnTo>
                  <a:pt x="757" y="393"/>
                </a:lnTo>
                <a:lnTo>
                  <a:pt x="757" y="404"/>
                </a:lnTo>
                <a:lnTo>
                  <a:pt x="756" y="416"/>
                </a:lnTo>
                <a:lnTo>
                  <a:pt x="755" y="428"/>
                </a:lnTo>
                <a:lnTo>
                  <a:pt x="753" y="440"/>
                </a:lnTo>
                <a:lnTo>
                  <a:pt x="751" y="451"/>
                </a:lnTo>
                <a:lnTo>
                  <a:pt x="749" y="463"/>
                </a:lnTo>
                <a:lnTo>
                  <a:pt x="746" y="474"/>
                </a:lnTo>
                <a:lnTo>
                  <a:pt x="743" y="486"/>
                </a:lnTo>
                <a:lnTo>
                  <a:pt x="739" y="497"/>
                </a:lnTo>
                <a:lnTo>
                  <a:pt x="735" y="508"/>
                </a:lnTo>
                <a:lnTo>
                  <a:pt x="731" y="519"/>
                </a:lnTo>
                <a:lnTo>
                  <a:pt x="727" y="530"/>
                </a:lnTo>
                <a:lnTo>
                  <a:pt x="722" y="541"/>
                </a:lnTo>
                <a:lnTo>
                  <a:pt x="717" y="552"/>
                </a:lnTo>
                <a:lnTo>
                  <a:pt x="711" y="562"/>
                </a:lnTo>
                <a:lnTo>
                  <a:pt x="705" y="572"/>
                </a:lnTo>
                <a:lnTo>
                  <a:pt x="699" y="583"/>
                </a:lnTo>
                <a:lnTo>
                  <a:pt x="692" y="592"/>
                </a:lnTo>
                <a:lnTo>
                  <a:pt x="686" y="602"/>
                </a:lnTo>
                <a:lnTo>
                  <a:pt x="679" y="612"/>
                </a:lnTo>
                <a:lnTo>
                  <a:pt x="671" y="621"/>
                </a:lnTo>
                <a:lnTo>
                  <a:pt x="664" y="630"/>
                </a:lnTo>
                <a:lnTo>
                  <a:pt x="656" y="639"/>
                </a:lnTo>
                <a:lnTo>
                  <a:pt x="647" y="647"/>
                </a:lnTo>
                <a:lnTo>
                  <a:pt x="639" y="655"/>
                </a:lnTo>
                <a:lnTo>
                  <a:pt x="630" y="663"/>
                </a:lnTo>
                <a:lnTo>
                  <a:pt x="621" y="671"/>
                </a:lnTo>
                <a:lnTo>
                  <a:pt x="612" y="678"/>
                </a:lnTo>
                <a:lnTo>
                  <a:pt x="602" y="685"/>
                </a:lnTo>
                <a:lnTo>
                  <a:pt x="593" y="692"/>
                </a:lnTo>
                <a:lnTo>
                  <a:pt x="583" y="699"/>
                </a:lnTo>
                <a:lnTo>
                  <a:pt x="573" y="705"/>
                </a:lnTo>
                <a:lnTo>
                  <a:pt x="562" y="711"/>
                </a:lnTo>
                <a:lnTo>
                  <a:pt x="552" y="716"/>
                </a:lnTo>
                <a:lnTo>
                  <a:pt x="541" y="721"/>
                </a:lnTo>
                <a:lnTo>
                  <a:pt x="531" y="726"/>
                </a:lnTo>
                <a:lnTo>
                  <a:pt x="520" y="731"/>
                </a:lnTo>
                <a:lnTo>
                  <a:pt x="509" y="735"/>
                </a:lnTo>
                <a:lnTo>
                  <a:pt x="497" y="739"/>
                </a:lnTo>
                <a:lnTo>
                  <a:pt x="486" y="742"/>
                </a:lnTo>
                <a:lnTo>
                  <a:pt x="475" y="745"/>
                </a:lnTo>
                <a:lnTo>
                  <a:pt x="463" y="748"/>
                </a:lnTo>
                <a:lnTo>
                  <a:pt x="452" y="751"/>
                </a:lnTo>
                <a:lnTo>
                  <a:pt x="440" y="753"/>
                </a:lnTo>
                <a:lnTo>
                  <a:pt x="428" y="754"/>
                </a:lnTo>
                <a:lnTo>
                  <a:pt x="417" y="756"/>
                </a:lnTo>
                <a:lnTo>
                  <a:pt x="405" y="757"/>
                </a:lnTo>
                <a:lnTo>
                  <a:pt x="393" y="757"/>
                </a:lnTo>
                <a:lnTo>
                  <a:pt x="381" y="757"/>
                </a:lnTo>
                <a:lnTo>
                  <a:pt x="369" y="757"/>
                </a:lnTo>
                <a:lnTo>
                  <a:pt x="357" y="757"/>
                </a:lnTo>
                <a:lnTo>
                  <a:pt x="346" y="756"/>
                </a:lnTo>
                <a:lnTo>
                  <a:pt x="334" y="754"/>
                </a:lnTo>
                <a:lnTo>
                  <a:pt x="322" y="753"/>
                </a:lnTo>
                <a:lnTo>
                  <a:pt x="311" y="751"/>
                </a:lnTo>
                <a:lnTo>
                  <a:pt x="299" y="748"/>
                </a:lnTo>
                <a:lnTo>
                  <a:pt x="287" y="745"/>
                </a:lnTo>
                <a:lnTo>
                  <a:pt x="276" y="742"/>
                </a:lnTo>
                <a:lnTo>
                  <a:pt x="265" y="739"/>
                </a:lnTo>
                <a:lnTo>
                  <a:pt x="254" y="735"/>
                </a:lnTo>
                <a:lnTo>
                  <a:pt x="242" y="731"/>
                </a:lnTo>
                <a:lnTo>
                  <a:pt x="232" y="726"/>
                </a:lnTo>
                <a:lnTo>
                  <a:pt x="221" y="721"/>
                </a:lnTo>
                <a:lnTo>
                  <a:pt x="210" y="716"/>
                </a:lnTo>
                <a:lnTo>
                  <a:pt x="199" y="711"/>
                </a:lnTo>
                <a:lnTo>
                  <a:pt x="188" y="705"/>
                </a:lnTo>
                <a:lnTo>
                  <a:pt x="178" y="699"/>
                </a:lnTo>
                <a:lnTo>
                  <a:pt x="168" y="692"/>
                </a:lnTo>
                <a:lnTo>
                  <a:pt x="159" y="685"/>
                </a:lnTo>
                <a:lnTo>
                  <a:pt x="149" y="678"/>
                </a:lnTo>
                <a:lnTo>
                  <a:pt x="140" y="671"/>
                </a:lnTo>
                <a:lnTo>
                  <a:pt x="131" y="663"/>
                </a:lnTo>
                <a:lnTo>
                  <a:pt x="122" y="655"/>
                </a:lnTo>
                <a:lnTo>
                  <a:pt x="114" y="647"/>
                </a:lnTo>
                <a:lnTo>
                  <a:pt x="106" y="639"/>
                </a:lnTo>
                <a:lnTo>
                  <a:pt x="98" y="630"/>
                </a:lnTo>
                <a:lnTo>
                  <a:pt x="90" y="621"/>
                </a:lnTo>
                <a:lnTo>
                  <a:pt x="83" y="612"/>
                </a:lnTo>
                <a:lnTo>
                  <a:pt x="75" y="602"/>
                </a:lnTo>
                <a:lnTo>
                  <a:pt x="69" y="592"/>
                </a:lnTo>
                <a:lnTo>
                  <a:pt x="62" y="583"/>
                </a:lnTo>
                <a:lnTo>
                  <a:pt x="56" y="572"/>
                </a:lnTo>
                <a:lnTo>
                  <a:pt x="50" y="562"/>
                </a:lnTo>
                <a:lnTo>
                  <a:pt x="45" y="552"/>
                </a:lnTo>
                <a:lnTo>
                  <a:pt x="39" y="541"/>
                </a:lnTo>
                <a:lnTo>
                  <a:pt x="35" y="530"/>
                </a:lnTo>
                <a:lnTo>
                  <a:pt x="30" y="519"/>
                </a:lnTo>
                <a:lnTo>
                  <a:pt x="26" y="508"/>
                </a:lnTo>
                <a:lnTo>
                  <a:pt x="22" y="497"/>
                </a:lnTo>
                <a:lnTo>
                  <a:pt x="19" y="486"/>
                </a:lnTo>
                <a:lnTo>
                  <a:pt x="15" y="474"/>
                </a:lnTo>
                <a:lnTo>
                  <a:pt x="13" y="463"/>
                </a:lnTo>
                <a:lnTo>
                  <a:pt x="10" y="451"/>
                </a:lnTo>
                <a:lnTo>
                  <a:pt x="8" y="440"/>
                </a:lnTo>
                <a:lnTo>
                  <a:pt x="7" y="428"/>
                </a:lnTo>
                <a:lnTo>
                  <a:pt x="5" y="416"/>
                </a:lnTo>
                <a:lnTo>
                  <a:pt x="4" y="404"/>
                </a:lnTo>
                <a:lnTo>
                  <a:pt x="4" y="393"/>
                </a:lnTo>
                <a:lnTo>
                  <a:pt x="4" y="381"/>
                </a:lnTo>
                <a:lnTo>
                  <a:pt x="4" y="369"/>
                </a:lnTo>
                <a:lnTo>
                  <a:pt x="4" y="357"/>
                </a:lnTo>
                <a:lnTo>
                  <a:pt x="5" y="345"/>
                </a:lnTo>
                <a:lnTo>
                  <a:pt x="7" y="334"/>
                </a:lnTo>
                <a:lnTo>
                  <a:pt x="8" y="322"/>
                </a:lnTo>
                <a:lnTo>
                  <a:pt x="10" y="310"/>
                </a:lnTo>
                <a:lnTo>
                  <a:pt x="13" y="299"/>
                </a:lnTo>
                <a:lnTo>
                  <a:pt x="15" y="287"/>
                </a:lnTo>
                <a:lnTo>
                  <a:pt x="19" y="276"/>
                </a:lnTo>
                <a:lnTo>
                  <a:pt x="22" y="264"/>
                </a:lnTo>
                <a:lnTo>
                  <a:pt x="26" y="253"/>
                </a:lnTo>
                <a:lnTo>
                  <a:pt x="30" y="242"/>
                </a:lnTo>
                <a:lnTo>
                  <a:pt x="35" y="231"/>
                </a:lnTo>
                <a:lnTo>
                  <a:pt x="39" y="219"/>
                </a:lnTo>
                <a:lnTo>
                  <a:pt x="45" y="209"/>
                </a:lnTo>
                <a:lnTo>
                  <a:pt x="50" y="198"/>
                </a:lnTo>
                <a:lnTo>
                  <a:pt x="56" y="188"/>
                </a:lnTo>
                <a:lnTo>
                  <a:pt x="62" y="178"/>
                </a:lnTo>
                <a:lnTo>
                  <a:pt x="69" y="168"/>
                </a:lnTo>
                <a:lnTo>
                  <a:pt x="75" y="158"/>
                </a:lnTo>
                <a:lnTo>
                  <a:pt x="83" y="149"/>
                </a:lnTo>
                <a:lnTo>
                  <a:pt x="90" y="140"/>
                </a:lnTo>
                <a:lnTo>
                  <a:pt x="98" y="131"/>
                </a:lnTo>
                <a:lnTo>
                  <a:pt x="106" y="122"/>
                </a:lnTo>
                <a:lnTo>
                  <a:pt x="114" y="114"/>
                </a:lnTo>
                <a:lnTo>
                  <a:pt x="122" y="105"/>
                </a:lnTo>
                <a:lnTo>
                  <a:pt x="131" y="97"/>
                </a:lnTo>
                <a:lnTo>
                  <a:pt x="140" y="90"/>
                </a:lnTo>
                <a:lnTo>
                  <a:pt x="149" y="82"/>
                </a:lnTo>
                <a:lnTo>
                  <a:pt x="159" y="75"/>
                </a:lnTo>
                <a:lnTo>
                  <a:pt x="168" y="68"/>
                </a:lnTo>
                <a:lnTo>
                  <a:pt x="178" y="62"/>
                </a:lnTo>
                <a:lnTo>
                  <a:pt x="188" y="56"/>
                </a:lnTo>
                <a:lnTo>
                  <a:pt x="199" y="50"/>
                </a:lnTo>
                <a:lnTo>
                  <a:pt x="210" y="44"/>
                </a:lnTo>
                <a:lnTo>
                  <a:pt x="221" y="39"/>
                </a:lnTo>
                <a:lnTo>
                  <a:pt x="232" y="34"/>
                </a:lnTo>
                <a:lnTo>
                  <a:pt x="242" y="30"/>
                </a:lnTo>
                <a:lnTo>
                  <a:pt x="254" y="26"/>
                </a:lnTo>
                <a:lnTo>
                  <a:pt x="265" y="22"/>
                </a:lnTo>
                <a:lnTo>
                  <a:pt x="276" y="18"/>
                </a:lnTo>
                <a:lnTo>
                  <a:pt x="287" y="15"/>
                </a:lnTo>
                <a:lnTo>
                  <a:pt x="299" y="12"/>
                </a:lnTo>
                <a:lnTo>
                  <a:pt x="311" y="10"/>
                </a:lnTo>
                <a:lnTo>
                  <a:pt x="322" y="8"/>
                </a:lnTo>
                <a:lnTo>
                  <a:pt x="334" y="6"/>
                </a:lnTo>
                <a:lnTo>
                  <a:pt x="346" y="5"/>
                </a:lnTo>
                <a:lnTo>
                  <a:pt x="357" y="4"/>
                </a:lnTo>
                <a:lnTo>
                  <a:pt x="369" y="3"/>
                </a:lnTo>
                <a:lnTo>
                  <a:pt x="381" y="3"/>
                </a:lnTo>
                <a:lnTo>
                  <a:pt x="393" y="3"/>
                </a:lnTo>
                <a:lnTo>
                  <a:pt x="405" y="4"/>
                </a:lnTo>
                <a:lnTo>
                  <a:pt x="417" y="5"/>
                </a:lnTo>
                <a:lnTo>
                  <a:pt x="428" y="6"/>
                </a:lnTo>
                <a:lnTo>
                  <a:pt x="440" y="8"/>
                </a:lnTo>
                <a:lnTo>
                  <a:pt x="452" y="10"/>
                </a:lnTo>
                <a:lnTo>
                  <a:pt x="463" y="12"/>
                </a:lnTo>
                <a:lnTo>
                  <a:pt x="475" y="15"/>
                </a:lnTo>
                <a:lnTo>
                  <a:pt x="486" y="18"/>
                </a:lnTo>
                <a:lnTo>
                  <a:pt x="497" y="22"/>
                </a:lnTo>
                <a:lnTo>
                  <a:pt x="509" y="26"/>
                </a:lnTo>
                <a:lnTo>
                  <a:pt x="520" y="30"/>
                </a:lnTo>
                <a:lnTo>
                  <a:pt x="531" y="34"/>
                </a:lnTo>
                <a:lnTo>
                  <a:pt x="541" y="39"/>
                </a:lnTo>
                <a:lnTo>
                  <a:pt x="552" y="44"/>
                </a:lnTo>
                <a:lnTo>
                  <a:pt x="562" y="50"/>
                </a:lnTo>
                <a:lnTo>
                  <a:pt x="573" y="56"/>
                </a:lnTo>
                <a:lnTo>
                  <a:pt x="583" y="62"/>
                </a:lnTo>
                <a:lnTo>
                  <a:pt x="593" y="68"/>
                </a:lnTo>
                <a:lnTo>
                  <a:pt x="602" y="75"/>
                </a:lnTo>
                <a:lnTo>
                  <a:pt x="612" y="82"/>
                </a:lnTo>
                <a:lnTo>
                  <a:pt x="621" y="90"/>
                </a:lnTo>
                <a:lnTo>
                  <a:pt x="630" y="97"/>
                </a:lnTo>
                <a:lnTo>
                  <a:pt x="639" y="105"/>
                </a:lnTo>
                <a:lnTo>
                  <a:pt x="647" y="114"/>
                </a:lnTo>
                <a:lnTo>
                  <a:pt x="656" y="122"/>
                </a:lnTo>
                <a:lnTo>
                  <a:pt x="664" y="131"/>
                </a:lnTo>
                <a:lnTo>
                  <a:pt x="671" y="140"/>
                </a:lnTo>
                <a:lnTo>
                  <a:pt x="679" y="149"/>
                </a:lnTo>
                <a:lnTo>
                  <a:pt x="686" y="158"/>
                </a:lnTo>
                <a:lnTo>
                  <a:pt x="692" y="168"/>
                </a:lnTo>
                <a:lnTo>
                  <a:pt x="699" y="178"/>
                </a:lnTo>
                <a:lnTo>
                  <a:pt x="705" y="188"/>
                </a:lnTo>
                <a:lnTo>
                  <a:pt x="711" y="198"/>
                </a:lnTo>
                <a:lnTo>
                  <a:pt x="717" y="209"/>
                </a:lnTo>
                <a:lnTo>
                  <a:pt x="722" y="219"/>
                </a:lnTo>
                <a:lnTo>
                  <a:pt x="727" y="231"/>
                </a:lnTo>
                <a:lnTo>
                  <a:pt x="731" y="242"/>
                </a:lnTo>
                <a:lnTo>
                  <a:pt x="735" y="253"/>
                </a:lnTo>
                <a:lnTo>
                  <a:pt x="739" y="264"/>
                </a:lnTo>
                <a:lnTo>
                  <a:pt x="743" y="276"/>
                </a:lnTo>
                <a:lnTo>
                  <a:pt x="746" y="287"/>
                </a:lnTo>
                <a:lnTo>
                  <a:pt x="749" y="299"/>
                </a:lnTo>
                <a:lnTo>
                  <a:pt x="751" y="310"/>
                </a:lnTo>
                <a:lnTo>
                  <a:pt x="753" y="322"/>
                </a:lnTo>
                <a:lnTo>
                  <a:pt x="755" y="334"/>
                </a:lnTo>
                <a:lnTo>
                  <a:pt x="756" y="345"/>
                </a:lnTo>
                <a:lnTo>
                  <a:pt x="757" y="357"/>
                </a:lnTo>
                <a:lnTo>
                  <a:pt x="757" y="369"/>
                </a:lnTo>
                <a:lnTo>
                  <a:pt x="758" y="381"/>
                </a:lnTo>
                <a:moveTo>
                  <a:pt x="761" y="381"/>
                </a:moveTo>
                <a:lnTo>
                  <a:pt x="761" y="369"/>
                </a:lnTo>
                <a:lnTo>
                  <a:pt x="760" y="357"/>
                </a:lnTo>
                <a:lnTo>
                  <a:pt x="759" y="345"/>
                </a:lnTo>
                <a:lnTo>
                  <a:pt x="758" y="333"/>
                </a:lnTo>
                <a:lnTo>
                  <a:pt x="756" y="321"/>
                </a:lnTo>
                <a:lnTo>
                  <a:pt x="754" y="310"/>
                </a:lnTo>
                <a:lnTo>
                  <a:pt x="752" y="298"/>
                </a:lnTo>
                <a:lnTo>
                  <a:pt x="749" y="286"/>
                </a:lnTo>
                <a:lnTo>
                  <a:pt x="746" y="275"/>
                </a:lnTo>
                <a:lnTo>
                  <a:pt x="742" y="263"/>
                </a:lnTo>
                <a:lnTo>
                  <a:pt x="739" y="252"/>
                </a:lnTo>
                <a:lnTo>
                  <a:pt x="734" y="241"/>
                </a:lnTo>
                <a:lnTo>
                  <a:pt x="730" y="230"/>
                </a:lnTo>
                <a:lnTo>
                  <a:pt x="725" y="218"/>
                </a:lnTo>
                <a:lnTo>
                  <a:pt x="720" y="207"/>
                </a:lnTo>
                <a:lnTo>
                  <a:pt x="714" y="197"/>
                </a:lnTo>
                <a:lnTo>
                  <a:pt x="708" y="186"/>
                </a:lnTo>
                <a:lnTo>
                  <a:pt x="702" y="176"/>
                </a:lnTo>
                <a:lnTo>
                  <a:pt x="695" y="166"/>
                </a:lnTo>
                <a:lnTo>
                  <a:pt x="688" y="157"/>
                </a:lnTo>
                <a:lnTo>
                  <a:pt x="681" y="147"/>
                </a:lnTo>
                <a:lnTo>
                  <a:pt x="674" y="138"/>
                </a:lnTo>
                <a:lnTo>
                  <a:pt x="666" y="129"/>
                </a:lnTo>
                <a:lnTo>
                  <a:pt x="658" y="120"/>
                </a:lnTo>
                <a:lnTo>
                  <a:pt x="650" y="111"/>
                </a:lnTo>
                <a:lnTo>
                  <a:pt x="641" y="103"/>
                </a:lnTo>
                <a:lnTo>
                  <a:pt x="632" y="95"/>
                </a:lnTo>
                <a:lnTo>
                  <a:pt x="623" y="87"/>
                </a:lnTo>
                <a:lnTo>
                  <a:pt x="614" y="80"/>
                </a:lnTo>
                <a:lnTo>
                  <a:pt x="604" y="72"/>
                </a:lnTo>
                <a:lnTo>
                  <a:pt x="595" y="66"/>
                </a:lnTo>
                <a:lnTo>
                  <a:pt x="585" y="59"/>
                </a:lnTo>
                <a:lnTo>
                  <a:pt x="574" y="53"/>
                </a:lnTo>
                <a:lnTo>
                  <a:pt x="564" y="47"/>
                </a:lnTo>
                <a:lnTo>
                  <a:pt x="554" y="41"/>
                </a:lnTo>
                <a:lnTo>
                  <a:pt x="543" y="36"/>
                </a:lnTo>
                <a:lnTo>
                  <a:pt x="532" y="31"/>
                </a:lnTo>
                <a:lnTo>
                  <a:pt x="521" y="27"/>
                </a:lnTo>
                <a:lnTo>
                  <a:pt x="510" y="22"/>
                </a:lnTo>
                <a:lnTo>
                  <a:pt x="498" y="19"/>
                </a:lnTo>
                <a:lnTo>
                  <a:pt x="487" y="15"/>
                </a:lnTo>
                <a:lnTo>
                  <a:pt x="476" y="12"/>
                </a:lnTo>
                <a:lnTo>
                  <a:pt x="464" y="9"/>
                </a:lnTo>
                <a:lnTo>
                  <a:pt x="452" y="7"/>
                </a:lnTo>
                <a:lnTo>
                  <a:pt x="441" y="5"/>
                </a:lnTo>
                <a:lnTo>
                  <a:pt x="429" y="3"/>
                </a:lnTo>
                <a:lnTo>
                  <a:pt x="417" y="2"/>
                </a:lnTo>
                <a:lnTo>
                  <a:pt x="405" y="1"/>
                </a:lnTo>
                <a:lnTo>
                  <a:pt x="393" y="0"/>
                </a:lnTo>
                <a:lnTo>
                  <a:pt x="381" y="0"/>
                </a:lnTo>
                <a:lnTo>
                  <a:pt x="369" y="0"/>
                </a:lnTo>
                <a:lnTo>
                  <a:pt x="357" y="1"/>
                </a:lnTo>
                <a:lnTo>
                  <a:pt x="345" y="2"/>
                </a:lnTo>
                <a:lnTo>
                  <a:pt x="333" y="3"/>
                </a:lnTo>
                <a:lnTo>
                  <a:pt x="322" y="5"/>
                </a:lnTo>
                <a:lnTo>
                  <a:pt x="310" y="7"/>
                </a:lnTo>
                <a:lnTo>
                  <a:pt x="298" y="9"/>
                </a:lnTo>
                <a:lnTo>
                  <a:pt x="287" y="12"/>
                </a:lnTo>
                <a:lnTo>
                  <a:pt x="275" y="15"/>
                </a:lnTo>
                <a:lnTo>
                  <a:pt x="264" y="19"/>
                </a:lnTo>
                <a:lnTo>
                  <a:pt x="252" y="22"/>
                </a:lnTo>
                <a:lnTo>
                  <a:pt x="241" y="27"/>
                </a:lnTo>
                <a:lnTo>
                  <a:pt x="230" y="31"/>
                </a:lnTo>
                <a:lnTo>
                  <a:pt x="219" y="36"/>
                </a:lnTo>
                <a:lnTo>
                  <a:pt x="209" y="41"/>
                </a:lnTo>
                <a:lnTo>
                  <a:pt x="197" y="47"/>
                </a:lnTo>
                <a:lnTo>
                  <a:pt x="187" y="53"/>
                </a:lnTo>
                <a:lnTo>
                  <a:pt x="177" y="59"/>
                </a:lnTo>
                <a:lnTo>
                  <a:pt x="167" y="66"/>
                </a:lnTo>
                <a:lnTo>
                  <a:pt x="157" y="72"/>
                </a:lnTo>
                <a:lnTo>
                  <a:pt x="147" y="80"/>
                </a:lnTo>
                <a:lnTo>
                  <a:pt x="138" y="87"/>
                </a:lnTo>
                <a:lnTo>
                  <a:pt x="129" y="95"/>
                </a:lnTo>
                <a:lnTo>
                  <a:pt x="120" y="103"/>
                </a:lnTo>
                <a:lnTo>
                  <a:pt x="111" y="111"/>
                </a:lnTo>
                <a:lnTo>
                  <a:pt x="103" y="120"/>
                </a:lnTo>
                <a:lnTo>
                  <a:pt x="95" y="129"/>
                </a:lnTo>
                <a:lnTo>
                  <a:pt x="87" y="138"/>
                </a:lnTo>
                <a:lnTo>
                  <a:pt x="80" y="147"/>
                </a:lnTo>
                <a:lnTo>
                  <a:pt x="73" y="157"/>
                </a:lnTo>
                <a:lnTo>
                  <a:pt x="66" y="166"/>
                </a:lnTo>
                <a:lnTo>
                  <a:pt x="59" y="176"/>
                </a:lnTo>
                <a:lnTo>
                  <a:pt x="53" y="186"/>
                </a:lnTo>
                <a:lnTo>
                  <a:pt x="47" y="197"/>
                </a:lnTo>
                <a:lnTo>
                  <a:pt x="42" y="207"/>
                </a:lnTo>
                <a:lnTo>
                  <a:pt x="36" y="218"/>
                </a:lnTo>
                <a:lnTo>
                  <a:pt x="31" y="230"/>
                </a:lnTo>
                <a:lnTo>
                  <a:pt x="27" y="241"/>
                </a:lnTo>
                <a:lnTo>
                  <a:pt x="23" y="252"/>
                </a:lnTo>
                <a:lnTo>
                  <a:pt x="19" y="263"/>
                </a:lnTo>
                <a:lnTo>
                  <a:pt x="15" y="275"/>
                </a:lnTo>
                <a:lnTo>
                  <a:pt x="12" y="286"/>
                </a:lnTo>
                <a:lnTo>
                  <a:pt x="9" y="298"/>
                </a:lnTo>
                <a:lnTo>
                  <a:pt x="7" y="310"/>
                </a:lnTo>
                <a:lnTo>
                  <a:pt x="5" y="321"/>
                </a:lnTo>
                <a:lnTo>
                  <a:pt x="3" y="333"/>
                </a:lnTo>
                <a:lnTo>
                  <a:pt x="2" y="345"/>
                </a:lnTo>
                <a:lnTo>
                  <a:pt x="1" y="357"/>
                </a:lnTo>
                <a:lnTo>
                  <a:pt x="0" y="369"/>
                </a:lnTo>
                <a:lnTo>
                  <a:pt x="0" y="381"/>
                </a:lnTo>
                <a:lnTo>
                  <a:pt x="0" y="393"/>
                </a:lnTo>
                <a:lnTo>
                  <a:pt x="1" y="405"/>
                </a:lnTo>
                <a:lnTo>
                  <a:pt x="2" y="417"/>
                </a:lnTo>
                <a:lnTo>
                  <a:pt x="3" y="428"/>
                </a:lnTo>
                <a:lnTo>
                  <a:pt x="5" y="440"/>
                </a:lnTo>
                <a:lnTo>
                  <a:pt x="7" y="452"/>
                </a:lnTo>
                <a:lnTo>
                  <a:pt x="9" y="464"/>
                </a:lnTo>
                <a:lnTo>
                  <a:pt x="12" y="475"/>
                </a:lnTo>
                <a:lnTo>
                  <a:pt x="15" y="487"/>
                </a:lnTo>
                <a:lnTo>
                  <a:pt x="19" y="498"/>
                </a:lnTo>
                <a:lnTo>
                  <a:pt x="23" y="509"/>
                </a:lnTo>
                <a:lnTo>
                  <a:pt x="27" y="521"/>
                </a:lnTo>
                <a:lnTo>
                  <a:pt x="31" y="532"/>
                </a:lnTo>
                <a:lnTo>
                  <a:pt x="36" y="543"/>
                </a:lnTo>
                <a:lnTo>
                  <a:pt x="42" y="553"/>
                </a:lnTo>
                <a:lnTo>
                  <a:pt x="47" y="564"/>
                </a:lnTo>
                <a:lnTo>
                  <a:pt x="53" y="574"/>
                </a:lnTo>
                <a:lnTo>
                  <a:pt x="59" y="584"/>
                </a:lnTo>
                <a:lnTo>
                  <a:pt x="66" y="594"/>
                </a:lnTo>
                <a:lnTo>
                  <a:pt x="73" y="604"/>
                </a:lnTo>
                <a:lnTo>
                  <a:pt x="80" y="614"/>
                </a:lnTo>
                <a:lnTo>
                  <a:pt x="87" y="623"/>
                </a:lnTo>
                <a:lnTo>
                  <a:pt x="95" y="632"/>
                </a:lnTo>
                <a:lnTo>
                  <a:pt x="103" y="641"/>
                </a:lnTo>
                <a:lnTo>
                  <a:pt x="111" y="649"/>
                </a:lnTo>
                <a:lnTo>
                  <a:pt x="120" y="658"/>
                </a:lnTo>
                <a:lnTo>
                  <a:pt x="129" y="666"/>
                </a:lnTo>
                <a:lnTo>
                  <a:pt x="138" y="673"/>
                </a:lnTo>
                <a:lnTo>
                  <a:pt x="147" y="681"/>
                </a:lnTo>
                <a:lnTo>
                  <a:pt x="157" y="688"/>
                </a:lnTo>
                <a:lnTo>
                  <a:pt x="167" y="695"/>
                </a:lnTo>
                <a:lnTo>
                  <a:pt x="177" y="702"/>
                </a:lnTo>
                <a:lnTo>
                  <a:pt x="187" y="708"/>
                </a:lnTo>
                <a:lnTo>
                  <a:pt x="197" y="714"/>
                </a:lnTo>
                <a:lnTo>
                  <a:pt x="209" y="719"/>
                </a:lnTo>
                <a:lnTo>
                  <a:pt x="219" y="725"/>
                </a:lnTo>
                <a:lnTo>
                  <a:pt x="230" y="729"/>
                </a:lnTo>
                <a:lnTo>
                  <a:pt x="241" y="734"/>
                </a:lnTo>
                <a:lnTo>
                  <a:pt x="252" y="738"/>
                </a:lnTo>
                <a:lnTo>
                  <a:pt x="264" y="742"/>
                </a:lnTo>
                <a:lnTo>
                  <a:pt x="275" y="746"/>
                </a:lnTo>
                <a:lnTo>
                  <a:pt x="287" y="749"/>
                </a:lnTo>
                <a:lnTo>
                  <a:pt x="298" y="752"/>
                </a:lnTo>
                <a:lnTo>
                  <a:pt x="310" y="754"/>
                </a:lnTo>
                <a:lnTo>
                  <a:pt x="322" y="756"/>
                </a:lnTo>
                <a:lnTo>
                  <a:pt x="333" y="758"/>
                </a:lnTo>
                <a:lnTo>
                  <a:pt x="345" y="759"/>
                </a:lnTo>
                <a:lnTo>
                  <a:pt x="357" y="760"/>
                </a:lnTo>
                <a:lnTo>
                  <a:pt x="369" y="760"/>
                </a:lnTo>
                <a:lnTo>
                  <a:pt x="381" y="761"/>
                </a:lnTo>
                <a:lnTo>
                  <a:pt x="393" y="760"/>
                </a:lnTo>
                <a:lnTo>
                  <a:pt x="405" y="760"/>
                </a:lnTo>
                <a:lnTo>
                  <a:pt x="417" y="759"/>
                </a:lnTo>
                <a:lnTo>
                  <a:pt x="429" y="758"/>
                </a:lnTo>
                <a:lnTo>
                  <a:pt x="441" y="756"/>
                </a:lnTo>
                <a:lnTo>
                  <a:pt x="452" y="754"/>
                </a:lnTo>
                <a:lnTo>
                  <a:pt x="464" y="752"/>
                </a:lnTo>
                <a:lnTo>
                  <a:pt x="476" y="749"/>
                </a:lnTo>
                <a:lnTo>
                  <a:pt x="487" y="746"/>
                </a:lnTo>
                <a:lnTo>
                  <a:pt x="498" y="742"/>
                </a:lnTo>
                <a:lnTo>
                  <a:pt x="510" y="738"/>
                </a:lnTo>
                <a:lnTo>
                  <a:pt x="521" y="734"/>
                </a:lnTo>
                <a:lnTo>
                  <a:pt x="532" y="729"/>
                </a:lnTo>
                <a:lnTo>
                  <a:pt x="543" y="725"/>
                </a:lnTo>
                <a:lnTo>
                  <a:pt x="554" y="719"/>
                </a:lnTo>
                <a:lnTo>
                  <a:pt x="564" y="714"/>
                </a:lnTo>
                <a:lnTo>
                  <a:pt x="574" y="708"/>
                </a:lnTo>
                <a:lnTo>
                  <a:pt x="585" y="702"/>
                </a:lnTo>
                <a:lnTo>
                  <a:pt x="595" y="695"/>
                </a:lnTo>
                <a:lnTo>
                  <a:pt x="604" y="688"/>
                </a:lnTo>
                <a:lnTo>
                  <a:pt x="614" y="681"/>
                </a:lnTo>
                <a:lnTo>
                  <a:pt x="623" y="673"/>
                </a:lnTo>
                <a:lnTo>
                  <a:pt x="632" y="666"/>
                </a:lnTo>
                <a:lnTo>
                  <a:pt x="641" y="658"/>
                </a:lnTo>
                <a:lnTo>
                  <a:pt x="650" y="649"/>
                </a:lnTo>
                <a:lnTo>
                  <a:pt x="658" y="641"/>
                </a:lnTo>
                <a:lnTo>
                  <a:pt x="666" y="632"/>
                </a:lnTo>
                <a:lnTo>
                  <a:pt x="674" y="623"/>
                </a:lnTo>
                <a:lnTo>
                  <a:pt x="681" y="614"/>
                </a:lnTo>
                <a:lnTo>
                  <a:pt x="688" y="604"/>
                </a:lnTo>
                <a:lnTo>
                  <a:pt x="695" y="594"/>
                </a:lnTo>
                <a:lnTo>
                  <a:pt x="702" y="584"/>
                </a:lnTo>
                <a:lnTo>
                  <a:pt x="708" y="574"/>
                </a:lnTo>
                <a:lnTo>
                  <a:pt x="714" y="564"/>
                </a:lnTo>
                <a:lnTo>
                  <a:pt x="720" y="553"/>
                </a:lnTo>
                <a:lnTo>
                  <a:pt x="725" y="543"/>
                </a:lnTo>
                <a:lnTo>
                  <a:pt x="730" y="532"/>
                </a:lnTo>
                <a:lnTo>
                  <a:pt x="734" y="521"/>
                </a:lnTo>
                <a:lnTo>
                  <a:pt x="739" y="509"/>
                </a:lnTo>
                <a:lnTo>
                  <a:pt x="742" y="498"/>
                </a:lnTo>
                <a:lnTo>
                  <a:pt x="746" y="487"/>
                </a:lnTo>
                <a:lnTo>
                  <a:pt x="749" y="475"/>
                </a:lnTo>
                <a:lnTo>
                  <a:pt x="752" y="464"/>
                </a:lnTo>
                <a:lnTo>
                  <a:pt x="754" y="452"/>
                </a:lnTo>
                <a:lnTo>
                  <a:pt x="756" y="440"/>
                </a:lnTo>
                <a:lnTo>
                  <a:pt x="758" y="428"/>
                </a:lnTo>
                <a:lnTo>
                  <a:pt x="759" y="417"/>
                </a:lnTo>
                <a:lnTo>
                  <a:pt x="760" y="405"/>
                </a:lnTo>
                <a:lnTo>
                  <a:pt x="761" y="393"/>
                </a:lnTo>
                <a:lnTo>
                  <a:pt x="761" y="381"/>
                </a:lnTo>
                <a:close/>
              </a:path>
            </a:pathLst>
          </a:custGeom>
          <a:solidFill>
            <a:srgbClr val="80cc9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3595320" y="1947600"/>
            <a:ext cx="315000" cy="315000"/>
          </a:xfrm>
          <a:custGeom>
            <a:avLst/>
            <a:gdLst/>
            <a:ahLst/>
            <a:rect l="0" t="0" r="r" b="b"/>
            <a:pathLst>
              <a:path w="875" h="875">
                <a:moveTo>
                  <a:pt x="818" y="438"/>
                </a:moveTo>
                <a:lnTo>
                  <a:pt x="818" y="450"/>
                </a:lnTo>
                <a:lnTo>
                  <a:pt x="817" y="462"/>
                </a:lnTo>
                <a:lnTo>
                  <a:pt x="816" y="474"/>
                </a:lnTo>
                <a:lnTo>
                  <a:pt x="815" y="485"/>
                </a:lnTo>
                <a:lnTo>
                  <a:pt x="813" y="497"/>
                </a:lnTo>
                <a:lnTo>
                  <a:pt x="811" y="509"/>
                </a:lnTo>
                <a:lnTo>
                  <a:pt x="809" y="521"/>
                </a:lnTo>
                <a:lnTo>
                  <a:pt x="806" y="532"/>
                </a:lnTo>
                <a:lnTo>
                  <a:pt x="803" y="544"/>
                </a:lnTo>
                <a:lnTo>
                  <a:pt x="799" y="555"/>
                </a:lnTo>
                <a:lnTo>
                  <a:pt x="796" y="566"/>
                </a:lnTo>
                <a:lnTo>
                  <a:pt x="791" y="578"/>
                </a:lnTo>
                <a:lnTo>
                  <a:pt x="787" y="589"/>
                </a:lnTo>
                <a:lnTo>
                  <a:pt x="782" y="600"/>
                </a:lnTo>
                <a:lnTo>
                  <a:pt x="777" y="610"/>
                </a:lnTo>
                <a:lnTo>
                  <a:pt x="771" y="621"/>
                </a:lnTo>
                <a:lnTo>
                  <a:pt x="765" y="631"/>
                </a:lnTo>
                <a:lnTo>
                  <a:pt x="759" y="641"/>
                </a:lnTo>
                <a:lnTo>
                  <a:pt x="752" y="651"/>
                </a:lnTo>
                <a:lnTo>
                  <a:pt x="745" y="661"/>
                </a:lnTo>
                <a:lnTo>
                  <a:pt x="738" y="671"/>
                </a:lnTo>
                <a:lnTo>
                  <a:pt x="731" y="680"/>
                </a:lnTo>
                <a:lnTo>
                  <a:pt x="723" y="689"/>
                </a:lnTo>
                <a:lnTo>
                  <a:pt x="715" y="698"/>
                </a:lnTo>
                <a:lnTo>
                  <a:pt x="707" y="706"/>
                </a:lnTo>
                <a:lnTo>
                  <a:pt x="698" y="715"/>
                </a:lnTo>
                <a:lnTo>
                  <a:pt x="689" y="723"/>
                </a:lnTo>
                <a:lnTo>
                  <a:pt x="680" y="730"/>
                </a:lnTo>
                <a:lnTo>
                  <a:pt x="671" y="738"/>
                </a:lnTo>
                <a:lnTo>
                  <a:pt x="661" y="745"/>
                </a:lnTo>
                <a:lnTo>
                  <a:pt x="652" y="752"/>
                </a:lnTo>
                <a:lnTo>
                  <a:pt x="642" y="759"/>
                </a:lnTo>
                <a:lnTo>
                  <a:pt x="631" y="765"/>
                </a:lnTo>
                <a:lnTo>
                  <a:pt x="621" y="771"/>
                </a:lnTo>
                <a:lnTo>
                  <a:pt x="611" y="776"/>
                </a:lnTo>
                <a:lnTo>
                  <a:pt x="600" y="782"/>
                </a:lnTo>
                <a:lnTo>
                  <a:pt x="589" y="786"/>
                </a:lnTo>
                <a:lnTo>
                  <a:pt x="578" y="791"/>
                </a:lnTo>
                <a:lnTo>
                  <a:pt x="567" y="795"/>
                </a:lnTo>
                <a:lnTo>
                  <a:pt x="555" y="799"/>
                </a:lnTo>
                <a:lnTo>
                  <a:pt x="544" y="803"/>
                </a:lnTo>
                <a:lnTo>
                  <a:pt x="533" y="806"/>
                </a:lnTo>
                <a:lnTo>
                  <a:pt x="521" y="809"/>
                </a:lnTo>
                <a:lnTo>
                  <a:pt x="509" y="811"/>
                </a:lnTo>
                <a:lnTo>
                  <a:pt x="498" y="813"/>
                </a:lnTo>
                <a:lnTo>
                  <a:pt x="486" y="815"/>
                </a:lnTo>
                <a:lnTo>
                  <a:pt x="474" y="816"/>
                </a:lnTo>
                <a:lnTo>
                  <a:pt x="462" y="817"/>
                </a:lnTo>
                <a:lnTo>
                  <a:pt x="450" y="817"/>
                </a:lnTo>
                <a:lnTo>
                  <a:pt x="438" y="818"/>
                </a:lnTo>
                <a:lnTo>
                  <a:pt x="426" y="817"/>
                </a:lnTo>
                <a:lnTo>
                  <a:pt x="414" y="817"/>
                </a:lnTo>
                <a:lnTo>
                  <a:pt x="402" y="816"/>
                </a:lnTo>
                <a:lnTo>
                  <a:pt x="390" y="815"/>
                </a:lnTo>
                <a:lnTo>
                  <a:pt x="379" y="813"/>
                </a:lnTo>
                <a:lnTo>
                  <a:pt x="367" y="811"/>
                </a:lnTo>
                <a:lnTo>
                  <a:pt x="355" y="809"/>
                </a:lnTo>
                <a:lnTo>
                  <a:pt x="344" y="806"/>
                </a:lnTo>
                <a:lnTo>
                  <a:pt x="332" y="803"/>
                </a:lnTo>
                <a:lnTo>
                  <a:pt x="321" y="799"/>
                </a:lnTo>
                <a:lnTo>
                  <a:pt x="309" y="795"/>
                </a:lnTo>
                <a:lnTo>
                  <a:pt x="298" y="791"/>
                </a:lnTo>
                <a:lnTo>
                  <a:pt x="287" y="786"/>
                </a:lnTo>
                <a:lnTo>
                  <a:pt x="276" y="782"/>
                </a:lnTo>
                <a:lnTo>
                  <a:pt x="266" y="776"/>
                </a:lnTo>
                <a:lnTo>
                  <a:pt x="255" y="771"/>
                </a:lnTo>
                <a:lnTo>
                  <a:pt x="245" y="765"/>
                </a:lnTo>
                <a:lnTo>
                  <a:pt x="235" y="759"/>
                </a:lnTo>
                <a:lnTo>
                  <a:pt x="225" y="752"/>
                </a:lnTo>
                <a:lnTo>
                  <a:pt x="215" y="745"/>
                </a:lnTo>
                <a:lnTo>
                  <a:pt x="205" y="738"/>
                </a:lnTo>
                <a:lnTo>
                  <a:pt x="196" y="730"/>
                </a:lnTo>
                <a:lnTo>
                  <a:pt x="187" y="723"/>
                </a:lnTo>
                <a:lnTo>
                  <a:pt x="178" y="715"/>
                </a:lnTo>
                <a:lnTo>
                  <a:pt x="169" y="706"/>
                </a:lnTo>
                <a:lnTo>
                  <a:pt x="161" y="698"/>
                </a:lnTo>
                <a:lnTo>
                  <a:pt x="153" y="689"/>
                </a:lnTo>
                <a:lnTo>
                  <a:pt x="145" y="680"/>
                </a:lnTo>
                <a:lnTo>
                  <a:pt x="138" y="671"/>
                </a:lnTo>
                <a:lnTo>
                  <a:pt x="131" y="661"/>
                </a:lnTo>
                <a:lnTo>
                  <a:pt x="124" y="651"/>
                </a:lnTo>
                <a:lnTo>
                  <a:pt x="117" y="641"/>
                </a:lnTo>
                <a:lnTo>
                  <a:pt x="111" y="631"/>
                </a:lnTo>
                <a:lnTo>
                  <a:pt x="105" y="621"/>
                </a:lnTo>
                <a:lnTo>
                  <a:pt x="100" y="610"/>
                </a:lnTo>
                <a:lnTo>
                  <a:pt x="94" y="600"/>
                </a:lnTo>
                <a:lnTo>
                  <a:pt x="89" y="589"/>
                </a:lnTo>
                <a:lnTo>
                  <a:pt x="85" y="578"/>
                </a:lnTo>
                <a:lnTo>
                  <a:pt x="81" y="566"/>
                </a:lnTo>
                <a:lnTo>
                  <a:pt x="77" y="555"/>
                </a:lnTo>
                <a:lnTo>
                  <a:pt x="73" y="544"/>
                </a:lnTo>
                <a:lnTo>
                  <a:pt x="70" y="532"/>
                </a:lnTo>
                <a:lnTo>
                  <a:pt x="67" y="521"/>
                </a:lnTo>
                <a:lnTo>
                  <a:pt x="65" y="509"/>
                </a:lnTo>
                <a:lnTo>
                  <a:pt x="62" y="497"/>
                </a:lnTo>
                <a:lnTo>
                  <a:pt x="60" y="485"/>
                </a:lnTo>
                <a:lnTo>
                  <a:pt x="59" y="474"/>
                </a:lnTo>
                <a:lnTo>
                  <a:pt x="58" y="462"/>
                </a:lnTo>
                <a:lnTo>
                  <a:pt x="57" y="450"/>
                </a:lnTo>
                <a:lnTo>
                  <a:pt x="57" y="438"/>
                </a:lnTo>
                <a:lnTo>
                  <a:pt x="57" y="426"/>
                </a:lnTo>
                <a:lnTo>
                  <a:pt x="58" y="414"/>
                </a:lnTo>
                <a:lnTo>
                  <a:pt x="59" y="402"/>
                </a:lnTo>
                <a:lnTo>
                  <a:pt x="60" y="390"/>
                </a:lnTo>
                <a:lnTo>
                  <a:pt x="62" y="378"/>
                </a:lnTo>
                <a:lnTo>
                  <a:pt x="65" y="367"/>
                </a:lnTo>
                <a:lnTo>
                  <a:pt x="67" y="355"/>
                </a:lnTo>
                <a:lnTo>
                  <a:pt x="70" y="343"/>
                </a:lnTo>
                <a:lnTo>
                  <a:pt x="73" y="332"/>
                </a:lnTo>
                <a:lnTo>
                  <a:pt x="77" y="320"/>
                </a:lnTo>
                <a:lnTo>
                  <a:pt x="81" y="309"/>
                </a:lnTo>
                <a:lnTo>
                  <a:pt x="85" y="298"/>
                </a:lnTo>
                <a:lnTo>
                  <a:pt x="89" y="287"/>
                </a:lnTo>
                <a:lnTo>
                  <a:pt x="94" y="276"/>
                </a:lnTo>
                <a:lnTo>
                  <a:pt x="100" y="264"/>
                </a:lnTo>
                <a:lnTo>
                  <a:pt x="105" y="254"/>
                </a:lnTo>
                <a:lnTo>
                  <a:pt x="111" y="243"/>
                </a:lnTo>
                <a:lnTo>
                  <a:pt x="117" y="233"/>
                </a:lnTo>
                <a:lnTo>
                  <a:pt x="124" y="223"/>
                </a:lnTo>
                <a:lnTo>
                  <a:pt x="131" y="214"/>
                </a:lnTo>
                <a:lnTo>
                  <a:pt x="138" y="204"/>
                </a:lnTo>
                <a:lnTo>
                  <a:pt x="145" y="195"/>
                </a:lnTo>
                <a:lnTo>
                  <a:pt x="153" y="186"/>
                </a:lnTo>
                <a:lnTo>
                  <a:pt x="161" y="177"/>
                </a:lnTo>
                <a:lnTo>
                  <a:pt x="169" y="168"/>
                </a:lnTo>
                <a:lnTo>
                  <a:pt x="178" y="160"/>
                </a:lnTo>
                <a:lnTo>
                  <a:pt x="187" y="152"/>
                </a:lnTo>
                <a:lnTo>
                  <a:pt x="196" y="144"/>
                </a:lnTo>
                <a:lnTo>
                  <a:pt x="205" y="137"/>
                </a:lnTo>
                <a:lnTo>
                  <a:pt x="215" y="129"/>
                </a:lnTo>
                <a:lnTo>
                  <a:pt x="225" y="123"/>
                </a:lnTo>
                <a:lnTo>
                  <a:pt x="235" y="116"/>
                </a:lnTo>
                <a:lnTo>
                  <a:pt x="245" y="110"/>
                </a:lnTo>
                <a:lnTo>
                  <a:pt x="255" y="104"/>
                </a:lnTo>
                <a:lnTo>
                  <a:pt x="266" y="98"/>
                </a:lnTo>
                <a:lnTo>
                  <a:pt x="276" y="93"/>
                </a:lnTo>
                <a:lnTo>
                  <a:pt x="287" y="88"/>
                </a:lnTo>
                <a:lnTo>
                  <a:pt x="298" y="84"/>
                </a:lnTo>
                <a:lnTo>
                  <a:pt x="309" y="79"/>
                </a:lnTo>
                <a:lnTo>
                  <a:pt x="321" y="76"/>
                </a:lnTo>
                <a:lnTo>
                  <a:pt x="332" y="72"/>
                </a:lnTo>
                <a:lnTo>
                  <a:pt x="344" y="69"/>
                </a:lnTo>
                <a:lnTo>
                  <a:pt x="355" y="66"/>
                </a:lnTo>
                <a:lnTo>
                  <a:pt x="367" y="64"/>
                </a:lnTo>
                <a:lnTo>
                  <a:pt x="379" y="62"/>
                </a:lnTo>
                <a:lnTo>
                  <a:pt x="390" y="60"/>
                </a:lnTo>
                <a:lnTo>
                  <a:pt x="402" y="59"/>
                </a:lnTo>
                <a:lnTo>
                  <a:pt x="414" y="58"/>
                </a:lnTo>
                <a:lnTo>
                  <a:pt x="426" y="57"/>
                </a:lnTo>
                <a:lnTo>
                  <a:pt x="438" y="57"/>
                </a:lnTo>
                <a:lnTo>
                  <a:pt x="450" y="57"/>
                </a:lnTo>
                <a:lnTo>
                  <a:pt x="462" y="58"/>
                </a:lnTo>
                <a:lnTo>
                  <a:pt x="474" y="59"/>
                </a:lnTo>
                <a:lnTo>
                  <a:pt x="486" y="60"/>
                </a:lnTo>
                <a:lnTo>
                  <a:pt x="498" y="62"/>
                </a:lnTo>
                <a:lnTo>
                  <a:pt x="509" y="64"/>
                </a:lnTo>
                <a:lnTo>
                  <a:pt x="521" y="66"/>
                </a:lnTo>
                <a:lnTo>
                  <a:pt x="533" y="69"/>
                </a:lnTo>
                <a:lnTo>
                  <a:pt x="544" y="72"/>
                </a:lnTo>
                <a:lnTo>
                  <a:pt x="555" y="76"/>
                </a:lnTo>
                <a:lnTo>
                  <a:pt x="567" y="79"/>
                </a:lnTo>
                <a:lnTo>
                  <a:pt x="578" y="84"/>
                </a:lnTo>
                <a:lnTo>
                  <a:pt x="589" y="88"/>
                </a:lnTo>
                <a:lnTo>
                  <a:pt x="600" y="93"/>
                </a:lnTo>
                <a:lnTo>
                  <a:pt x="611" y="98"/>
                </a:lnTo>
                <a:lnTo>
                  <a:pt x="621" y="104"/>
                </a:lnTo>
                <a:lnTo>
                  <a:pt x="631" y="110"/>
                </a:lnTo>
                <a:lnTo>
                  <a:pt x="642" y="116"/>
                </a:lnTo>
                <a:lnTo>
                  <a:pt x="652" y="123"/>
                </a:lnTo>
                <a:lnTo>
                  <a:pt x="661" y="129"/>
                </a:lnTo>
                <a:lnTo>
                  <a:pt x="671" y="137"/>
                </a:lnTo>
                <a:lnTo>
                  <a:pt x="680" y="144"/>
                </a:lnTo>
                <a:lnTo>
                  <a:pt x="689" y="152"/>
                </a:lnTo>
                <a:lnTo>
                  <a:pt x="698" y="160"/>
                </a:lnTo>
                <a:lnTo>
                  <a:pt x="707" y="168"/>
                </a:lnTo>
                <a:lnTo>
                  <a:pt x="715" y="177"/>
                </a:lnTo>
                <a:lnTo>
                  <a:pt x="723" y="186"/>
                </a:lnTo>
                <a:lnTo>
                  <a:pt x="731" y="195"/>
                </a:lnTo>
                <a:lnTo>
                  <a:pt x="738" y="204"/>
                </a:lnTo>
                <a:lnTo>
                  <a:pt x="745" y="214"/>
                </a:lnTo>
                <a:lnTo>
                  <a:pt x="752" y="223"/>
                </a:lnTo>
                <a:lnTo>
                  <a:pt x="759" y="233"/>
                </a:lnTo>
                <a:lnTo>
                  <a:pt x="765" y="243"/>
                </a:lnTo>
                <a:lnTo>
                  <a:pt x="771" y="254"/>
                </a:lnTo>
                <a:lnTo>
                  <a:pt x="777" y="264"/>
                </a:lnTo>
                <a:lnTo>
                  <a:pt x="782" y="276"/>
                </a:lnTo>
                <a:lnTo>
                  <a:pt x="787" y="287"/>
                </a:lnTo>
                <a:lnTo>
                  <a:pt x="791" y="298"/>
                </a:lnTo>
                <a:lnTo>
                  <a:pt x="796" y="309"/>
                </a:lnTo>
                <a:lnTo>
                  <a:pt x="799" y="320"/>
                </a:lnTo>
                <a:lnTo>
                  <a:pt x="803" y="332"/>
                </a:lnTo>
                <a:lnTo>
                  <a:pt x="806" y="343"/>
                </a:lnTo>
                <a:lnTo>
                  <a:pt x="809" y="355"/>
                </a:lnTo>
                <a:lnTo>
                  <a:pt x="811" y="367"/>
                </a:lnTo>
                <a:lnTo>
                  <a:pt x="813" y="378"/>
                </a:lnTo>
                <a:lnTo>
                  <a:pt x="815" y="390"/>
                </a:lnTo>
                <a:lnTo>
                  <a:pt x="816" y="402"/>
                </a:lnTo>
                <a:lnTo>
                  <a:pt x="817" y="414"/>
                </a:lnTo>
                <a:lnTo>
                  <a:pt x="818" y="426"/>
                </a:lnTo>
                <a:lnTo>
                  <a:pt x="818" y="438"/>
                </a:lnTo>
                <a:moveTo>
                  <a:pt x="875" y="438"/>
                </a:moveTo>
                <a:lnTo>
                  <a:pt x="875" y="424"/>
                </a:lnTo>
                <a:lnTo>
                  <a:pt x="874" y="410"/>
                </a:lnTo>
                <a:lnTo>
                  <a:pt x="873" y="397"/>
                </a:lnTo>
                <a:lnTo>
                  <a:pt x="872" y="383"/>
                </a:lnTo>
                <a:lnTo>
                  <a:pt x="870" y="369"/>
                </a:lnTo>
                <a:lnTo>
                  <a:pt x="867" y="356"/>
                </a:lnTo>
                <a:lnTo>
                  <a:pt x="865" y="342"/>
                </a:lnTo>
                <a:lnTo>
                  <a:pt x="861" y="329"/>
                </a:lnTo>
                <a:lnTo>
                  <a:pt x="858" y="316"/>
                </a:lnTo>
                <a:lnTo>
                  <a:pt x="854" y="303"/>
                </a:lnTo>
                <a:lnTo>
                  <a:pt x="849" y="290"/>
                </a:lnTo>
                <a:lnTo>
                  <a:pt x="844" y="277"/>
                </a:lnTo>
                <a:lnTo>
                  <a:pt x="839" y="263"/>
                </a:lnTo>
                <a:lnTo>
                  <a:pt x="834" y="251"/>
                </a:lnTo>
                <a:lnTo>
                  <a:pt x="827" y="238"/>
                </a:lnTo>
                <a:lnTo>
                  <a:pt x="821" y="226"/>
                </a:lnTo>
                <a:lnTo>
                  <a:pt x="814" y="214"/>
                </a:lnTo>
                <a:lnTo>
                  <a:pt x="807" y="203"/>
                </a:lnTo>
                <a:lnTo>
                  <a:pt x="800" y="191"/>
                </a:lnTo>
                <a:lnTo>
                  <a:pt x="792" y="180"/>
                </a:lnTo>
                <a:lnTo>
                  <a:pt x="783" y="169"/>
                </a:lnTo>
                <a:lnTo>
                  <a:pt x="775" y="158"/>
                </a:lnTo>
                <a:lnTo>
                  <a:pt x="766" y="148"/>
                </a:lnTo>
                <a:lnTo>
                  <a:pt x="757" y="138"/>
                </a:lnTo>
                <a:lnTo>
                  <a:pt x="747" y="128"/>
                </a:lnTo>
                <a:lnTo>
                  <a:pt x="737" y="118"/>
                </a:lnTo>
                <a:lnTo>
                  <a:pt x="727" y="109"/>
                </a:lnTo>
                <a:lnTo>
                  <a:pt x="717" y="100"/>
                </a:lnTo>
                <a:lnTo>
                  <a:pt x="706" y="91"/>
                </a:lnTo>
                <a:lnTo>
                  <a:pt x="695" y="83"/>
                </a:lnTo>
                <a:lnTo>
                  <a:pt x="684" y="75"/>
                </a:lnTo>
                <a:lnTo>
                  <a:pt x="672" y="68"/>
                </a:lnTo>
                <a:lnTo>
                  <a:pt x="661" y="61"/>
                </a:lnTo>
                <a:lnTo>
                  <a:pt x="649" y="54"/>
                </a:lnTo>
                <a:lnTo>
                  <a:pt x="636" y="47"/>
                </a:lnTo>
                <a:lnTo>
                  <a:pt x="624" y="41"/>
                </a:lnTo>
                <a:lnTo>
                  <a:pt x="612" y="36"/>
                </a:lnTo>
                <a:lnTo>
                  <a:pt x="599" y="30"/>
                </a:lnTo>
                <a:lnTo>
                  <a:pt x="586" y="26"/>
                </a:lnTo>
                <a:lnTo>
                  <a:pt x="573" y="21"/>
                </a:lnTo>
                <a:lnTo>
                  <a:pt x="560" y="17"/>
                </a:lnTo>
                <a:lnTo>
                  <a:pt x="547" y="13"/>
                </a:lnTo>
                <a:lnTo>
                  <a:pt x="533" y="10"/>
                </a:lnTo>
                <a:lnTo>
                  <a:pt x="520" y="8"/>
                </a:lnTo>
                <a:lnTo>
                  <a:pt x="506" y="5"/>
                </a:lnTo>
                <a:lnTo>
                  <a:pt x="493" y="3"/>
                </a:lnTo>
                <a:lnTo>
                  <a:pt x="479" y="2"/>
                </a:lnTo>
                <a:lnTo>
                  <a:pt x="466" y="1"/>
                </a:lnTo>
                <a:lnTo>
                  <a:pt x="452" y="0"/>
                </a:lnTo>
                <a:lnTo>
                  <a:pt x="438" y="0"/>
                </a:lnTo>
                <a:lnTo>
                  <a:pt x="424" y="0"/>
                </a:lnTo>
                <a:lnTo>
                  <a:pt x="411" y="1"/>
                </a:lnTo>
                <a:lnTo>
                  <a:pt x="397" y="2"/>
                </a:lnTo>
                <a:lnTo>
                  <a:pt x="383" y="3"/>
                </a:lnTo>
                <a:lnTo>
                  <a:pt x="370" y="5"/>
                </a:lnTo>
                <a:lnTo>
                  <a:pt x="356" y="8"/>
                </a:lnTo>
                <a:lnTo>
                  <a:pt x="343" y="10"/>
                </a:lnTo>
                <a:lnTo>
                  <a:pt x="329" y="13"/>
                </a:lnTo>
                <a:lnTo>
                  <a:pt x="316" y="17"/>
                </a:lnTo>
                <a:lnTo>
                  <a:pt x="303" y="21"/>
                </a:lnTo>
                <a:lnTo>
                  <a:pt x="290" y="26"/>
                </a:lnTo>
                <a:lnTo>
                  <a:pt x="277" y="30"/>
                </a:lnTo>
                <a:lnTo>
                  <a:pt x="265" y="36"/>
                </a:lnTo>
                <a:lnTo>
                  <a:pt x="252" y="41"/>
                </a:lnTo>
                <a:lnTo>
                  <a:pt x="240" y="47"/>
                </a:lnTo>
                <a:lnTo>
                  <a:pt x="228" y="54"/>
                </a:lnTo>
                <a:lnTo>
                  <a:pt x="216" y="61"/>
                </a:lnTo>
                <a:lnTo>
                  <a:pt x="204" y="68"/>
                </a:lnTo>
                <a:lnTo>
                  <a:pt x="192" y="75"/>
                </a:lnTo>
                <a:lnTo>
                  <a:pt x="181" y="83"/>
                </a:lnTo>
                <a:lnTo>
                  <a:pt x="170" y="91"/>
                </a:lnTo>
                <a:lnTo>
                  <a:pt x="160" y="100"/>
                </a:lnTo>
                <a:lnTo>
                  <a:pt x="149" y="109"/>
                </a:lnTo>
                <a:lnTo>
                  <a:pt x="139" y="118"/>
                </a:lnTo>
                <a:lnTo>
                  <a:pt x="129" y="128"/>
                </a:lnTo>
                <a:lnTo>
                  <a:pt x="120" y="138"/>
                </a:lnTo>
                <a:lnTo>
                  <a:pt x="110" y="148"/>
                </a:lnTo>
                <a:lnTo>
                  <a:pt x="101" y="158"/>
                </a:lnTo>
                <a:lnTo>
                  <a:pt x="93" y="169"/>
                </a:lnTo>
                <a:lnTo>
                  <a:pt x="85" y="180"/>
                </a:lnTo>
                <a:lnTo>
                  <a:pt x="77" y="191"/>
                </a:lnTo>
                <a:lnTo>
                  <a:pt x="69" y="203"/>
                </a:lnTo>
                <a:lnTo>
                  <a:pt x="61" y="214"/>
                </a:lnTo>
                <a:lnTo>
                  <a:pt x="54" y="226"/>
                </a:lnTo>
                <a:lnTo>
                  <a:pt x="48" y="238"/>
                </a:lnTo>
                <a:lnTo>
                  <a:pt x="42" y="251"/>
                </a:lnTo>
                <a:lnTo>
                  <a:pt x="36" y="263"/>
                </a:lnTo>
                <a:lnTo>
                  <a:pt x="31" y="277"/>
                </a:lnTo>
                <a:lnTo>
                  <a:pt x="26" y="290"/>
                </a:lnTo>
                <a:lnTo>
                  <a:pt x="21" y="303"/>
                </a:lnTo>
                <a:lnTo>
                  <a:pt x="17" y="316"/>
                </a:lnTo>
                <a:lnTo>
                  <a:pt x="14" y="329"/>
                </a:lnTo>
                <a:lnTo>
                  <a:pt x="11" y="342"/>
                </a:lnTo>
                <a:lnTo>
                  <a:pt x="8" y="356"/>
                </a:lnTo>
                <a:lnTo>
                  <a:pt x="5" y="369"/>
                </a:lnTo>
                <a:lnTo>
                  <a:pt x="4" y="383"/>
                </a:lnTo>
                <a:lnTo>
                  <a:pt x="2" y="397"/>
                </a:lnTo>
                <a:lnTo>
                  <a:pt x="1" y="410"/>
                </a:lnTo>
                <a:lnTo>
                  <a:pt x="0" y="424"/>
                </a:lnTo>
                <a:lnTo>
                  <a:pt x="0" y="438"/>
                </a:lnTo>
                <a:lnTo>
                  <a:pt x="0" y="452"/>
                </a:lnTo>
                <a:lnTo>
                  <a:pt x="1" y="465"/>
                </a:lnTo>
                <a:lnTo>
                  <a:pt x="2" y="479"/>
                </a:lnTo>
                <a:lnTo>
                  <a:pt x="4" y="493"/>
                </a:lnTo>
                <a:lnTo>
                  <a:pt x="5" y="506"/>
                </a:lnTo>
                <a:lnTo>
                  <a:pt x="8" y="520"/>
                </a:lnTo>
                <a:lnTo>
                  <a:pt x="11" y="533"/>
                </a:lnTo>
                <a:lnTo>
                  <a:pt x="14" y="546"/>
                </a:lnTo>
                <a:lnTo>
                  <a:pt x="17" y="560"/>
                </a:lnTo>
                <a:lnTo>
                  <a:pt x="21" y="573"/>
                </a:lnTo>
                <a:lnTo>
                  <a:pt x="26" y="586"/>
                </a:lnTo>
                <a:lnTo>
                  <a:pt x="31" y="599"/>
                </a:lnTo>
                <a:lnTo>
                  <a:pt x="36" y="611"/>
                </a:lnTo>
                <a:lnTo>
                  <a:pt x="42" y="624"/>
                </a:lnTo>
                <a:lnTo>
                  <a:pt x="48" y="636"/>
                </a:lnTo>
                <a:lnTo>
                  <a:pt x="54" y="648"/>
                </a:lnTo>
                <a:lnTo>
                  <a:pt x="61" y="660"/>
                </a:lnTo>
                <a:lnTo>
                  <a:pt x="69" y="672"/>
                </a:lnTo>
                <a:lnTo>
                  <a:pt x="77" y="683"/>
                </a:lnTo>
                <a:lnTo>
                  <a:pt x="85" y="695"/>
                </a:lnTo>
                <a:lnTo>
                  <a:pt x="93" y="706"/>
                </a:lnTo>
                <a:lnTo>
                  <a:pt x="101" y="716"/>
                </a:lnTo>
                <a:lnTo>
                  <a:pt x="110" y="727"/>
                </a:lnTo>
                <a:lnTo>
                  <a:pt x="120" y="737"/>
                </a:lnTo>
                <a:lnTo>
                  <a:pt x="129" y="747"/>
                </a:lnTo>
                <a:lnTo>
                  <a:pt x="139" y="756"/>
                </a:lnTo>
                <a:lnTo>
                  <a:pt x="149" y="766"/>
                </a:lnTo>
                <a:lnTo>
                  <a:pt x="160" y="775"/>
                </a:lnTo>
                <a:lnTo>
                  <a:pt x="170" y="783"/>
                </a:lnTo>
                <a:lnTo>
                  <a:pt x="181" y="791"/>
                </a:lnTo>
                <a:lnTo>
                  <a:pt x="192" y="799"/>
                </a:lnTo>
                <a:lnTo>
                  <a:pt x="204" y="807"/>
                </a:lnTo>
                <a:lnTo>
                  <a:pt x="216" y="814"/>
                </a:lnTo>
                <a:lnTo>
                  <a:pt x="228" y="821"/>
                </a:lnTo>
                <a:lnTo>
                  <a:pt x="240" y="827"/>
                </a:lnTo>
                <a:lnTo>
                  <a:pt x="252" y="833"/>
                </a:lnTo>
                <a:lnTo>
                  <a:pt x="265" y="839"/>
                </a:lnTo>
                <a:lnTo>
                  <a:pt x="277" y="844"/>
                </a:lnTo>
                <a:lnTo>
                  <a:pt x="290" y="849"/>
                </a:lnTo>
                <a:lnTo>
                  <a:pt x="303" y="853"/>
                </a:lnTo>
                <a:lnTo>
                  <a:pt x="316" y="857"/>
                </a:lnTo>
                <a:lnTo>
                  <a:pt x="329" y="861"/>
                </a:lnTo>
                <a:lnTo>
                  <a:pt x="343" y="864"/>
                </a:lnTo>
                <a:lnTo>
                  <a:pt x="356" y="867"/>
                </a:lnTo>
                <a:lnTo>
                  <a:pt x="370" y="869"/>
                </a:lnTo>
                <a:lnTo>
                  <a:pt x="383" y="871"/>
                </a:lnTo>
                <a:lnTo>
                  <a:pt x="397" y="873"/>
                </a:lnTo>
                <a:lnTo>
                  <a:pt x="411" y="874"/>
                </a:lnTo>
                <a:lnTo>
                  <a:pt x="424" y="875"/>
                </a:lnTo>
                <a:lnTo>
                  <a:pt x="438" y="875"/>
                </a:lnTo>
                <a:lnTo>
                  <a:pt x="452" y="875"/>
                </a:lnTo>
                <a:lnTo>
                  <a:pt x="466" y="874"/>
                </a:lnTo>
                <a:lnTo>
                  <a:pt x="479" y="873"/>
                </a:lnTo>
                <a:lnTo>
                  <a:pt x="493" y="871"/>
                </a:lnTo>
                <a:lnTo>
                  <a:pt x="506" y="869"/>
                </a:lnTo>
                <a:lnTo>
                  <a:pt x="520" y="867"/>
                </a:lnTo>
                <a:lnTo>
                  <a:pt x="533" y="864"/>
                </a:lnTo>
                <a:lnTo>
                  <a:pt x="547" y="861"/>
                </a:lnTo>
                <a:lnTo>
                  <a:pt x="560" y="857"/>
                </a:lnTo>
                <a:lnTo>
                  <a:pt x="573" y="853"/>
                </a:lnTo>
                <a:lnTo>
                  <a:pt x="586" y="849"/>
                </a:lnTo>
                <a:lnTo>
                  <a:pt x="599" y="844"/>
                </a:lnTo>
                <a:lnTo>
                  <a:pt x="612" y="839"/>
                </a:lnTo>
                <a:lnTo>
                  <a:pt x="624" y="833"/>
                </a:lnTo>
                <a:lnTo>
                  <a:pt x="636" y="827"/>
                </a:lnTo>
                <a:lnTo>
                  <a:pt x="649" y="821"/>
                </a:lnTo>
                <a:lnTo>
                  <a:pt x="661" y="814"/>
                </a:lnTo>
                <a:lnTo>
                  <a:pt x="672" y="807"/>
                </a:lnTo>
                <a:lnTo>
                  <a:pt x="684" y="799"/>
                </a:lnTo>
                <a:lnTo>
                  <a:pt x="695" y="791"/>
                </a:lnTo>
                <a:lnTo>
                  <a:pt x="706" y="783"/>
                </a:lnTo>
                <a:lnTo>
                  <a:pt x="717" y="775"/>
                </a:lnTo>
                <a:lnTo>
                  <a:pt x="727" y="766"/>
                </a:lnTo>
                <a:lnTo>
                  <a:pt x="737" y="756"/>
                </a:lnTo>
                <a:lnTo>
                  <a:pt x="747" y="747"/>
                </a:lnTo>
                <a:lnTo>
                  <a:pt x="757" y="737"/>
                </a:lnTo>
                <a:lnTo>
                  <a:pt x="766" y="727"/>
                </a:lnTo>
                <a:lnTo>
                  <a:pt x="775" y="716"/>
                </a:lnTo>
                <a:lnTo>
                  <a:pt x="783" y="706"/>
                </a:lnTo>
                <a:lnTo>
                  <a:pt x="792" y="695"/>
                </a:lnTo>
                <a:lnTo>
                  <a:pt x="800" y="683"/>
                </a:lnTo>
                <a:lnTo>
                  <a:pt x="807" y="672"/>
                </a:lnTo>
                <a:lnTo>
                  <a:pt x="814" y="660"/>
                </a:lnTo>
                <a:lnTo>
                  <a:pt x="821" y="648"/>
                </a:lnTo>
                <a:lnTo>
                  <a:pt x="827" y="636"/>
                </a:lnTo>
                <a:lnTo>
                  <a:pt x="834" y="624"/>
                </a:lnTo>
                <a:lnTo>
                  <a:pt x="839" y="611"/>
                </a:lnTo>
                <a:lnTo>
                  <a:pt x="844" y="599"/>
                </a:lnTo>
                <a:lnTo>
                  <a:pt x="849" y="586"/>
                </a:lnTo>
                <a:lnTo>
                  <a:pt x="854" y="573"/>
                </a:lnTo>
                <a:lnTo>
                  <a:pt x="858" y="560"/>
                </a:lnTo>
                <a:lnTo>
                  <a:pt x="861" y="546"/>
                </a:lnTo>
                <a:lnTo>
                  <a:pt x="865" y="533"/>
                </a:lnTo>
                <a:lnTo>
                  <a:pt x="867" y="520"/>
                </a:lnTo>
                <a:lnTo>
                  <a:pt x="870" y="506"/>
                </a:lnTo>
                <a:lnTo>
                  <a:pt x="872" y="493"/>
                </a:lnTo>
                <a:lnTo>
                  <a:pt x="873" y="479"/>
                </a:lnTo>
                <a:lnTo>
                  <a:pt x="874" y="465"/>
                </a:lnTo>
                <a:lnTo>
                  <a:pt x="875" y="452"/>
                </a:lnTo>
                <a:lnTo>
                  <a:pt x="875" y="438"/>
                </a:lnTo>
                <a:close/>
              </a:path>
            </a:pathLst>
          </a:custGeom>
          <a:solidFill>
            <a:srgbClr val="fffe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3594240" y="1946160"/>
            <a:ext cx="317160" cy="317520"/>
          </a:xfrm>
          <a:custGeom>
            <a:avLst/>
            <a:gdLst/>
            <a:ahLst/>
            <a:rect l="0" t="0" r="r" b="b"/>
            <a:pathLst>
              <a:path w="881" h="882">
                <a:moveTo>
                  <a:pt x="878" y="442"/>
                </a:moveTo>
                <a:lnTo>
                  <a:pt x="878" y="456"/>
                </a:lnTo>
                <a:lnTo>
                  <a:pt x="877" y="469"/>
                </a:lnTo>
                <a:lnTo>
                  <a:pt x="876" y="483"/>
                </a:lnTo>
                <a:lnTo>
                  <a:pt x="875" y="497"/>
                </a:lnTo>
                <a:lnTo>
                  <a:pt x="873" y="510"/>
                </a:lnTo>
                <a:lnTo>
                  <a:pt x="870" y="524"/>
                </a:lnTo>
                <a:lnTo>
                  <a:pt x="868" y="537"/>
                </a:lnTo>
                <a:lnTo>
                  <a:pt x="864" y="550"/>
                </a:lnTo>
                <a:lnTo>
                  <a:pt x="861" y="564"/>
                </a:lnTo>
                <a:lnTo>
                  <a:pt x="857" y="577"/>
                </a:lnTo>
                <a:lnTo>
                  <a:pt x="852" y="590"/>
                </a:lnTo>
                <a:lnTo>
                  <a:pt x="847" y="603"/>
                </a:lnTo>
                <a:lnTo>
                  <a:pt x="842" y="615"/>
                </a:lnTo>
                <a:lnTo>
                  <a:pt x="837" y="628"/>
                </a:lnTo>
                <a:lnTo>
                  <a:pt x="830" y="640"/>
                </a:lnTo>
                <a:lnTo>
                  <a:pt x="824" y="652"/>
                </a:lnTo>
                <a:lnTo>
                  <a:pt x="817" y="664"/>
                </a:lnTo>
                <a:lnTo>
                  <a:pt x="810" y="676"/>
                </a:lnTo>
                <a:lnTo>
                  <a:pt x="803" y="687"/>
                </a:lnTo>
                <a:lnTo>
                  <a:pt x="795" y="699"/>
                </a:lnTo>
                <a:lnTo>
                  <a:pt x="786" y="710"/>
                </a:lnTo>
                <a:lnTo>
                  <a:pt x="778" y="720"/>
                </a:lnTo>
                <a:lnTo>
                  <a:pt x="769" y="731"/>
                </a:lnTo>
                <a:lnTo>
                  <a:pt x="760" y="741"/>
                </a:lnTo>
                <a:lnTo>
                  <a:pt x="750" y="751"/>
                </a:lnTo>
                <a:lnTo>
                  <a:pt x="740" y="760"/>
                </a:lnTo>
                <a:lnTo>
                  <a:pt x="730" y="770"/>
                </a:lnTo>
                <a:lnTo>
                  <a:pt x="720" y="779"/>
                </a:lnTo>
                <a:lnTo>
                  <a:pt x="709" y="787"/>
                </a:lnTo>
                <a:lnTo>
                  <a:pt x="698" y="795"/>
                </a:lnTo>
                <a:lnTo>
                  <a:pt x="687" y="803"/>
                </a:lnTo>
                <a:lnTo>
                  <a:pt x="675" y="811"/>
                </a:lnTo>
                <a:lnTo>
                  <a:pt x="664" y="818"/>
                </a:lnTo>
                <a:lnTo>
                  <a:pt x="652" y="825"/>
                </a:lnTo>
                <a:lnTo>
                  <a:pt x="639" y="831"/>
                </a:lnTo>
                <a:lnTo>
                  <a:pt x="627" y="837"/>
                </a:lnTo>
                <a:lnTo>
                  <a:pt x="615" y="843"/>
                </a:lnTo>
                <a:lnTo>
                  <a:pt x="602" y="848"/>
                </a:lnTo>
                <a:lnTo>
                  <a:pt x="589" y="853"/>
                </a:lnTo>
                <a:lnTo>
                  <a:pt x="576" y="857"/>
                </a:lnTo>
                <a:lnTo>
                  <a:pt x="563" y="861"/>
                </a:lnTo>
                <a:lnTo>
                  <a:pt x="550" y="865"/>
                </a:lnTo>
                <a:lnTo>
                  <a:pt x="536" y="868"/>
                </a:lnTo>
                <a:lnTo>
                  <a:pt x="523" y="871"/>
                </a:lnTo>
                <a:lnTo>
                  <a:pt x="509" y="873"/>
                </a:lnTo>
                <a:lnTo>
                  <a:pt x="496" y="875"/>
                </a:lnTo>
                <a:lnTo>
                  <a:pt x="482" y="877"/>
                </a:lnTo>
                <a:lnTo>
                  <a:pt x="469" y="878"/>
                </a:lnTo>
                <a:lnTo>
                  <a:pt x="455" y="879"/>
                </a:lnTo>
                <a:lnTo>
                  <a:pt x="441" y="879"/>
                </a:lnTo>
                <a:lnTo>
                  <a:pt x="427" y="879"/>
                </a:lnTo>
                <a:lnTo>
                  <a:pt x="414" y="878"/>
                </a:lnTo>
                <a:lnTo>
                  <a:pt x="400" y="877"/>
                </a:lnTo>
                <a:lnTo>
                  <a:pt x="386" y="875"/>
                </a:lnTo>
                <a:lnTo>
                  <a:pt x="373" y="873"/>
                </a:lnTo>
                <a:lnTo>
                  <a:pt x="359" y="871"/>
                </a:lnTo>
                <a:lnTo>
                  <a:pt x="346" y="868"/>
                </a:lnTo>
                <a:lnTo>
                  <a:pt x="332" y="865"/>
                </a:lnTo>
                <a:lnTo>
                  <a:pt x="319" y="861"/>
                </a:lnTo>
                <a:lnTo>
                  <a:pt x="306" y="857"/>
                </a:lnTo>
                <a:lnTo>
                  <a:pt x="293" y="853"/>
                </a:lnTo>
                <a:lnTo>
                  <a:pt x="280" y="848"/>
                </a:lnTo>
                <a:lnTo>
                  <a:pt x="268" y="843"/>
                </a:lnTo>
                <a:lnTo>
                  <a:pt x="255" y="837"/>
                </a:lnTo>
                <a:lnTo>
                  <a:pt x="243" y="831"/>
                </a:lnTo>
                <a:lnTo>
                  <a:pt x="231" y="825"/>
                </a:lnTo>
                <a:lnTo>
                  <a:pt x="219" y="818"/>
                </a:lnTo>
                <a:lnTo>
                  <a:pt x="207" y="811"/>
                </a:lnTo>
                <a:lnTo>
                  <a:pt x="195" y="803"/>
                </a:lnTo>
                <a:lnTo>
                  <a:pt x="184" y="795"/>
                </a:lnTo>
                <a:lnTo>
                  <a:pt x="173" y="787"/>
                </a:lnTo>
                <a:lnTo>
                  <a:pt x="163" y="779"/>
                </a:lnTo>
                <a:lnTo>
                  <a:pt x="152" y="770"/>
                </a:lnTo>
                <a:lnTo>
                  <a:pt x="142" y="760"/>
                </a:lnTo>
                <a:lnTo>
                  <a:pt x="131" y="751"/>
                </a:lnTo>
                <a:lnTo>
                  <a:pt x="122" y="741"/>
                </a:lnTo>
                <a:lnTo>
                  <a:pt x="112" y="731"/>
                </a:lnTo>
                <a:lnTo>
                  <a:pt x="103" y="720"/>
                </a:lnTo>
                <a:lnTo>
                  <a:pt x="95" y="710"/>
                </a:lnTo>
                <a:lnTo>
                  <a:pt x="87" y="699"/>
                </a:lnTo>
                <a:lnTo>
                  <a:pt x="79" y="687"/>
                </a:lnTo>
                <a:lnTo>
                  <a:pt x="71" y="676"/>
                </a:lnTo>
                <a:lnTo>
                  <a:pt x="64" y="664"/>
                </a:lnTo>
                <a:lnTo>
                  <a:pt x="57" y="652"/>
                </a:lnTo>
                <a:lnTo>
                  <a:pt x="51" y="640"/>
                </a:lnTo>
                <a:lnTo>
                  <a:pt x="45" y="628"/>
                </a:lnTo>
                <a:lnTo>
                  <a:pt x="39" y="615"/>
                </a:lnTo>
                <a:lnTo>
                  <a:pt x="34" y="603"/>
                </a:lnTo>
                <a:lnTo>
                  <a:pt x="29" y="590"/>
                </a:lnTo>
                <a:lnTo>
                  <a:pt x="24" y="577"/>
                </a:lnTo>
                <a:lnTo>
                  <a:pt x="20" y="564"/>
                </a:lnTo>
                <a:lnTo>
                  <a:pt x="17" y="550"/>
                </a:lnTo>
                <a:lnTo>
                  <a:pt x="14" y="537"/>
                </a:lnTo>
                <a:lnTo>
                  <a:pt x="11" y="524"/>
                </a:lnTo>
                <a:lnTo>
                  <a:pt x="8" y="510"/>
                </a:lnTo>
                <a:lnTo>
                  <a:pt x="7" y="497"/>
                </a:lnTo>
                <a:lnTo>
                  <a:pt x="5" y="483"/>
                </a:lnTo>
                <a:lnTo>
                  <a:pt x="4" y="469"/>
                </a:lnTo>
                <a:lnTo>
                  <a:pt x="3" y="456"/>
                </a:lnTo>
                <a:lnTo>
                  <a:pt x="3" y="442"/>
                </a:lnTo>
                <a:lnTo>
                  <a:pt x="3" y="428"/>
                </a:lnTo>
                <a:lnTo>
                  <a:pt x="4" y="414"/>
                </a:lnTo>
                <a:lnTo>
                  <a:pt x="5" y="401"/>
                </a:lnTo>
                <a:lnTo>
                  <a:pt x="7" y="387"/>
                </a:lnTo>
                <a:lnTo>
                  <a:pt x="8" y="373"/>
                </a:lnTo>
                <a:lnTo>
                  <a:pt x="11" y="360"/>
                </a:lnTo>
                <a:lnTo>
                  <a:pt x="14" y="346"/>
                </a:lnTo>
                <a:lnTo>
                  <a:pt x="17" y="333"/>
                </a:lnTo>
                <a:lnTo>
                  <a:pt x="20" y="320"/>
                </a:lnTo>
                <a:lnTo>
                  <a:pt x="24" y="306"/>
                </a:lnTo>
                <a:lnTo>
                  <a:pt x="29" y="293"/>
                </a:lnTo>
                <a:lnTo>
                  <a:pt x="34" y="280"/>
                </a:lnTo>
                <a:lnTo>
                  <a:pt x="39" y="267"/>
                </a:lnTo>
                <a:lnTo>
                  <a:pt x="45" y="255"/>
                </a:lnTo>
                <a:lnTo>
                  <a:pt x="51" y="242"/>
                </a:lnTo>
                <a:lnTo>
                  <a:pt x="57" y="230"/>
                </a:lnTo>
                <a:lnTo>
                  <a:pt x="64" y="218"/>
                </a:lnTo>
                <a:lnTo>
                  <a:pt x="71" y="207"/>
                </a:lnTo>
                <a:lnTo>
                  <a:pt x="79" y="195"/>
                </a:lnTo>
                <a:lnTo>
                  <a:pt x="87" y="184"/>
                </a:lnTo>
                <a:lnTo>
                  <a:pt x="95" y="173"/>
                </a:lnTo>
                <a:lnTo>
                  <a:pt x="103" y="162"/>
                </a:lnTo>
                <a:lnTo>
                  <a:pt x="112" y="152"/>
                </a:lnTo>
                <a:lnTo>
                  <a:pt x="122" y="142"/>
                </a:lnTo>
                <a:lnTo>
                  <a:pt x="131" y="132"/>
                </a:lnTo>
                <a:lnTo>
                  <a:pt x="142" y="122"/>
                </a:lnTo>
                <a:lnTo>
                  <a:pt x="152" y="113"/>
                </a:lnTo>
                <a:lnTo>
                  <a:pt x="163" y="104"/>
                </a:lnTo>
                <a:lnTo>
                  <a:pt x="173" y="95"/>
                </a:lnTo>
                <a:lnTo>
                  <a:pt x="184" y="87"/>
                </a:lnTo>
                <a:lnTo>
                  <a:pt x="195" y="79"/>
                </a:lnTo>
                <a:lnTo>
                  <a:pt x="207" y="72"/>
                </a:lnTo>
                <a:lnTo>
                  <a:pt x="219" y="65"/>
                </a:lnTo>
                <a:lnTo>
                  <a:pt x="231" y="58"/>
                </a:lnTo>
                <a:lnTo>
                  <a:pt x="243" y="51"/>
                </a:lnTo>
                <a:lnTo>
                  <a:pt x="255" y="45"/>
                </a:lnTo>
                <a:lnTo>
                  <a:pt x="268" y="40"/>
                </a:lnTo>
                <a:lnTo>
                  <a:pt x="280" y="34"/>
                </a:lnTo>
                <a:lnTo>
                  <a:pt x="293" y="30"/>
                </a:lnTo>
                <a:lnTo>
                  <a:pt x="306" y="25"/>
                </a:lnTo>
                <a:lnTo>
                  <a:pt x="319" y="21"/>
                </a:lnTo>
                <a:lnTo>
                  <a:pt x="332" y="17"/>
                </a:lnTo>
                <a:lnTo>
                  <a:pt x="346" y="14"/>
                </a:lnTo>
                <a:lnTo>
                  <a:pt x="359" y="12"/>
                </a:lnTo>
                <a:lnTo>
                  <a:pt x="373" y="9"/>
                </a:lnTo>
                <a:lnTo>
                  <a:pt x="386" y="7"/>
                </a:lnTo>
                <a:lnTo>
                  <a:pt x="400" y="6"/>
                </a:lnTo>
                <a:lnTo>
                  <a:pt x="414" y="5"/>
                </a:lnTo>
                <a:lnTo>
                  <a:pt x="427" y="4"/>
                </a:lnTo>
                <a:lnTo>
                  <a:pt x="441" y="4"/>
                </a:lnTo>
                <a:lnTo>
                  <a:pt x="455" y="4"/>
                </a:lnTo>
                <a:lnTo>
                  <a:pt x="469" y="5"/>
                </a:lnTo>
                <a:lnTo>
                  <a:pt x="482" y="6"/>
                </a:lnTo>
                <a:lnTo>
                  <a:pt x="496" y="7"/>
                </a:lnTo>
                <a:lnTo>
                  <a:pt x="509" y="9"/>
                </a:lnTo>
                <a:lnTo>
                  <a:pt x="523" y="12"/>
                </a:lnTo>
                <a:lnTo>
                  <a:pt x="536" y="14"/>
                </a:lnTo>
                <a:lnTo>
                  <a:pt x="550" y="17"/>
                </a:lnTo>
                <a:lnTo>
                  <a:pt x="563" y="21"/>
                </a:lnTo>
                <a:lnTo>
                  <a:pt x="576" y="25"/>
                </a:lnTo>
                <a:lnTo>
                  <a:pt x="589" y="30"/>
                </a:lnTo>
                <a:lnTo>
                  <a:pt x="602" y="34"/>
                </a:lnTo>
                <a:lnTo>
                  <a:pt x="615" y="40"/>
                </a:lnTo>
                <a:lnTo>
                  <a:pt x="627" y="45"/>
                </a:lnTo>
                <a:lnTo>
                  <a:pt x="639" y="51"/>
                </a:lnTo>
                <a:lnTo>
                  <a:pt x="652" y="58"/>
                </a:lnTo>
                <a:lnTo>
                  <a:pt x="664" y="65"/>
                </a:lnTo>
                <a:lnTo>
                  <a:pt x="675" y="72"/>
                </a:lnTo>
                <a:lnTo>
                  <a:pt x="687" y="79"/>
                </a:lnTo>
                <a:lnTo>
                  <a:pt x="698" y="87"/>
                </a:lnTo>
                <a:lnTo>
                  <a:pt x="709" y="95"/>
                </a:lnTo>
                <a:lnTo>
                  <a:pt x="720" y="104"/>
                </a:lnTo>
                <a:lnTo>
                  <a:pt x="730" y="113"/>
                </a:lnTo>
                <a:lnTo>
                  <a:pt x="740" y="122"/>
                </a:lnTo>
                <a:lnTo>
                  <a:pt x="750" y="132"/>
                </a:lnTo>
                <a:lnTo>
                  <a:pt x="760" y="142"/>
                </a:lnTo>
                <a:lnTo>
                  <a:pt x="769" y="152"/>
                </a:lnTo>
                <a:lnTo>
                  <a:pt x="778" y="162"/>
                </a:lnTo>
                <a:lnTo>
                  <a:pt x="786" y="173"/>
                </a:lnTo>
                <a:lnTo>
                  <a:pt x="795" y="184"/>
                </a:lnTo>
                <a:lnTo>
                  <a:pt x="803" y="195"/>
                </a:lnTo>
                <a:lnTo>
                  <a:pt x="810" y="207"/>
                </a:lnTo>
                <a:lnTo>
                  <a:pt x="817" y="218"/>
                </a:lnTo>
                <a:lnTo>
                  <a:pt x="824" y="230"/>
                </a:lnTo>
                <a:lnTo>
                  <a:pt x="830" y="242"/>
                </a:lnTo>
                <a:lnTo>
                  <a:pt x="837" y="255"/>
                </a:lnTo>
                <a:lnTo>
                  <a:pt x="842" y="267"/>
                </a:lnTo>
                <a:lnTo>
                  <a:pt x="847" y="280"/>
                </a:lnTo>
                <a:lnTo>
                  <a:pt x="852" y="293"/>
                </a:lnTo>
                <a:lnTo>
                  <a:pt x="857" y="306"/>
                </a:lnTo>
                <a:lnTo>
                  <a:pt x="861" y="320"/>
                </a:lnTo>
                <a:lnTo>
                  <a:pt x="864" y="333"/>
                </a:lnTo>
                <a:lnTo>
                  <a:pt x="868" y="346"/>
                </a:lnTo>
                <a:lnTo>
                  <a:pt x="870" y="360"/>
                </a:lnTo>
                <a:lnTo>
                  <a:pt x="873" y="373"/>
                </a:lnTo>
                <a:lnTo>
                  <a:pt x="875" y="387"/>
                </a:lnTo>
                <a:lnTo>
                  <a:pt x="876" y="401"/>
                </a:lnTo>
                <a:lnTo>
                  <a:pt x="877" y="414"/>
                </a:lnTo>
                <a:lnTo>
                  <a:pt x="878" y="428"/>
                </a:lnTo>
                <a:lnTo>
                  <a:pt x="878" y="442"/>
                </a:lnTo>
                <a:moveTo>
                  <a:pt x="881" y="442"/>
                </a:moveTo>
                <a:lnTo>
                  <a:pt x="881" y="428"/>
                </a:lnTo>
                <a:lnTo>
                  <a:pt x="881" y="414"/>
                </a:lnTo>
                <a:lnTo>
                  <a:pt x="880" y="400"/>
                </a:lnTo>
                <a:lnTo>
                  <a:pt x="878" y="387"/>
                </a:lnTo>
                <a:lnTo>
                  <a:pt x="876" y="373"/>
                </a:lnTo>
                <a:lnTo>
                  <a:pt x="874" y="359"/>
                </a:lnTo>
                <a:lnTo>
                  <a:pt x="871" y="346"/>
                </a:lnTo>
                <a:lnTo>
                  <a:pt x="868" y="332"/>
                </a:lnTo>
                <a:lnTo>
                  <a:pt x="864" y="319"/>
                </a:lnTo>
                <a:lnTo>
                  <a:pt x="860" y="305"/>
                </a:lnTo>
                <a:lnTo>
                  <a:pt x="855" y="292"/>
                </a:lnTo>
                <a:lnTo>
                  <a:pt x="851" y="279"/>
                </a:lnTo>
                <a:lnTo>
                  <a:pt x="845" y="266"/>
                </a:lnTo>
                <a:lnTo>
                  <a:pt x="840" y="253"/>
                </a:lnTo>
                <a:lnTo>
                  <a:pt x="833" y="241"/>
                </a:lnTo>
                <a:lnTo>
                  <a:pt x="827" y="229"/>
                </a:lnTo>
                <a:lnTo>
                  <a:pt x="820" y="217"/>
                </a:lnTo>
                <a:lnTo>
                  <a:pt x="813" y="205"/>
                </a:lnTo>
                <a:lnTo>
                  <a:pt x="805" y="193"/>
                </a:lnTo>
                <a:lnTo>
                  <a:pt x="797" y="182"/>
                </a:lnTo>
                <a:lnTo>
                  <a:pt x="789" y="171"/>
                </a:lnTo>
                <a:lnTo>
                  <a:pt x="780" y="160"/>
                </a:lnTo>
                <a:lnTo>
                  <a:pt x="771" y="150"/>
                </a:lnTo>
                <a:lnTo>
                  <a:pt x="762" y="139"/>
                </a:lnTo>
                <a:lnTo>
                  <a:pt x="752" y="129"/>
                </a:lnTo>
                <a:lnTo>
                  <a:pt x="743" y="120"/>
                </a:lnTo>
                <a:lnTo>
                  <a:pt x="732" y="110"/>
                </a:lnTo>
                <a:lnTo>
                  <a:pt x="722" y="101"/>
                </a:lnTo>
                <a:lnTo>
                  <a:pt x="711" y="93"/>
                </a:lnTo>
                <a:lnTo>
                  <a:pt x="700" y="85"/>
                </a:lnTo>
                <a:lnTo>
                  <a:pt x="689" y="77"/>
                </a:lnTo>
                <a:lnTo>
                  <a:pt x="677" y="69"/>
                </a:lnTo>
                <a:lnTo>
                  <a:pt x="665" y="62"/>
                </a:lnTo>
                <a:lnTo>
                  <a:pt x="653" y="55"/>
                </a:lnTo>
                <a:lnTo>
                  <a:pt x="641" y="48"/>
                </a:lnTo>
                <a:lnTo>
                  <a:pt x="629" y="42"/>
                </a:lnTo>
                <a:lnTo>
                  <a:pt x="616" y="37"/>
                </a:lnTo>
                <a:lnTo>
                  <a:pt x="603" y="31"/>
                </a:lnTo>
                <a:lnTo>
                  <a:pt x="590" y="26"/>
                </a:lnTo>
                <a:lnTo>
                  <a:pt x="577" y="22"/>
                </a:lnTo>
                <a:lnTo>
                  <a:pt x="564" y="18"/>
                </a:lnTo>
                <a:lnTo>
                  <a:pt x="551" y="14"/>
                </a:lnTo>
                <a:lnTo>
                  <a:pt x="537" y="11"/>
                </a:lnTo>
                <a:lnTo>
                  <a:pt x="524" y="8"/>
                </a:lnTo>
                <a:lnTo>
                  <a:pt x="510" y="6"/>
                </a:lnTo>
                <a:lnTo>
                  <a:pt x="496" y="4"/>
                </a:lnTo>
                <a:lnTo>
                  <a:pt x="483" y="2"/>
                </a:lnTo>
                <a:lnTo>
                  <a:pt x="469" y="1"/>
                </a:lnTo>
                <a:lnTo>
                  <a:pt x="455" y="1"/>
                </a:lnTo>
                <a:lnTo>
                  <a:pt x="441" y="0"/>
                </a:lnTo>
                <a:lnTo>
                  <a:pt x="427" y="1"/>
                </a:lnTo>
                <a:lnTo>
                  <a:pt x="413" y="1"/>
                </a:lnTo>
                <a:lnTo>
                  <a:pt x="400" y="2"/>
                </a:lnTo>
                <a:lnTo>
                  <a:pt x="386" y="4"/>
                </a:lnTo>
                <a:lnTo>
                  <a:pt x="372" y="6"/>
                </a:lnTo>
                <a:lnTo>
                  <a:pt x="359" y="8"/>
                </a:lnTo>
                <a:lnTo>
                  <a:pt x="345" y="11"/>
                </a:lnTo>
                <a:lnTo>
                  <a:pt x="332" y="14"/>
                </a:lnTo>
                <a:lnTo>
                  <a:pt x="318" y="18"/>
                </a:lnTo>
                <a:lnTo>
                  <a:pt x="305" y="22"/>
                </a:lnTo>
                <a:lnTo>
                  <a:pt x="292" y="26"/>
                </a:lnTo>
                <a:lnTo>
                  <a:pt x="279" y="31"/>
                </a:lnTo>
                <a:lnTo>
                  <a:pt x="266" y="37"/>
                </a:lnTo>
                <a:lnTo>
                  <a:pt x="254" y="42"/>
                </a:lnTo>
                <a:lnTo>
                  <a:pt x="241" y="48"/>
                </a:lnTo>
                <a:lnTo>
                  <a:pt x="229" y="55"/>
                </a:lnTo>
                <a:lnTo>
                  <a:pt x="217" y="62"/>
                </a:lnTo>
                <a:lnTo>
                  <a:pt x="205" y="69"/>
                </a:lnTo>
                <a:lnTo>
                  <a:pt x="194" y="77"/>
                </a:lnTo>
                <a:lnTo>
                  <a:pt x="182" y="85"/>
                </a:lnTo>
                <a:lnTo>
                  <a:pt x="171" y="93"/>
                </a:lnTo>
                <a:lnTo>
                  <a:pt x="160" y="101"/>
                </a:lnTo>
                <a:lnTo>
                  <a:pt x="150" y="110"/>
                </a:lnTo>
                <a:lnTo>
                  <a:pt x="140" y="120"/>
                </a:lnTo>
                <a:lnTo>
                  <a:pt x="129" y="129"/>
                </a:lnTo>
                <a:lnTo>
                  <a:pt x="119" y="139"/>
                </a:lnTo>
                <a:lnTo>
                  <a:pt x="110" y="150"/>
                </a:lnTo>
                <a:lnTo>
                  <a:pt x="101" y="160"/>
                </a:lnTo>
                <a:lnTo>
                  <a:pt x="92" y="171"/>
                </a:lnTo>
                <a:lnTo>
                  <a:pt x="84" y="182"/>
                </a:lnTo>
                <a:lnTo>
                  <a:pt x="76" y="193"/>
                </a:lnTo>
                <a:lnTo>
                  <a:pt x="68" y="205"/>
                </a:lnTo>
                <a:lnTo>
                  <a:pt x="61" y="217"/>
                </a:lnTo>
                <a:lnTo>
                  <a:pt x="54" y="229"/>
                </a:lnTo>
                <a:lnTo>
                  <a:pt x="48" y="241"/>
                </a:lnTo>
                <a:lnTo>
                  <a:pt x="42" y="253"/>
                </a:lnTo>
                <a:lnTo>
                  <a:pt x="36" y="266"/>
                </a:lnTo>
                <a:lnTo>
                  <a:pt x="31" y="279"/>
                </a:lnTo>
                <a:lnTo>
                  <a:pt x="26" y="292"/>
                </a:lnTo>
                <a:lnTo>
                  <a:pt x="21" y="305"/>
                </a:lnTo>
                <a:lnTo>
                  <a:pt x="17" y="319"/>
                </a:lnTo>
                <a:lnTo>
                  <a:pt x="14" y="332"/>
                </a:lnTo>
                <a:lnTo>
                  <a:pt x="10" y="346"/>
                </a:lnTo>
                <a:lnTo>
                  <a:pt x="7" y="359"/>
                </a:lnTo>
                <a:lnTo>
                  <a:pt x="5" y="373"/>
                </a:lnTo>
                <a:lnTo>
                  <a:pt x="3" y="387"/>
                </a:lnTo>
                <a:lnTo>
                  <a:pt x="2" y="400"/>
                </a:lnTo>
                <a:lnTo>
                  <a:pt x="1" y="414"/>
                </a:lnTo>
                <a:lnTo>
                  <a:pt x="0" y="428"/>
                </a:lnTo>
                <a:lnTo>
                  <a:pt x="0" y="442"/>
                </a:lnTo>
                <a:lnTo>
                  <a:pt x="0" y="456"/>
                </a:lnTo>
                <a:lnTo>
                  <a:pt x="1" y="469"/>
                </a:lnTo>
                <a:lnTo>
                  <a:pt x="2" y="483"/>
                </a:lnTo>
                <a:lnTo>
                  <a:pt x="3" y="497"/>
                </a:lnTo>
                <a:lnTo>
                  <a:pt x="5" y="511"/>
                </a:lnTo>
                <a:lnTo>
                  <a:pt x="7" y="524"/>
                </a:lnTo>
                <a:lnTo>
                  <a:pt x="10" y="538"/>
                </a:lnTo>
                <a:lnTo>
                  <a:pt x="14" y="551"/>
                </a:lnTo>
                <a:lnTo>
                  <a:pt x="17" y="565"/>
                </a:lnTo>
                <a:lnTo>
                  <a:pt x="21" y="578"/>
                </a:lnTo>
                <a:lnTo>
                  <a:pt x="26" y="591"/>
                </a:lnTo>
                <a:lnTo>
                  <a:pt x="31" y="604"/>
                </a:lnTo>
                <a:lnTo>
                  <a:pt x="36" y="617"/>
                </a:lnTo>
                <a:lnTo>
                  <a:pt x="42" y="629"/>
                </a:lnTo>
                <a:lnTo>
                  <a:pt x="48" y="642"/>
                </a:lnTo>
                <a:lnTo>
                  <a:pt x="54" y="654"/>
                </a:lnTo>
                <a:lnTo>
                  <a:pt x="61" y="666"/>
                </a:lnTo>
                <a:lnTo>
                  <a:pt x="68" y="678"/>
                </a:lnTo>
                <a:lnTo>
                  <a:pt x="76" y="689"/>
                </a:lnTo>
                <a:lnTo>
                  <a:pt x="84" y="701"/>
                </a:lnTo>
                <a:lnTo>
                  <a:pt x="92" y="712"/>
                </a:lnTo>
                <a:lnTo>
                  <a:pt x="101" y="723"/>
                </a:lnTo>
                <a:lnTo>
                  <a:pt x="110" y="733"/>
                </a:lnTo>
                <a:lnTo>
                  <a:pt x="119" y="743"/>
                </a:lnTo>
                <a:lnTo>
                  <a:pt x="129" y="753"/>
                </a:lnTo>
                <a:lnTo>
                  <a:pt x="140" y="763"/>
                </a:lnTo>
                <a:lnTo>
                  <a:pt x="150" y="772"/>
                </a:lnTo>
                <a:lnTo>
                  <a:pt x="160" y="781"/>
                </a:lnTo>
                <a:lnTo>
                  <a:pt x="171" y="790"/>
                </a:lnTo>
                <a:lnTo>
                  <a:pt x="182" y="798"/>
                </a:lnTo>
                <a:lnTo>
                  <a:pt x="194" y="806"/>
                </a:lnTo>
                <a:lnTo>
                  <a:pt x="205" y="814"/>
                </a:lnTo>
                <a:lnTo>
                  <a:pt x="217" y="821"/>
                </a:lnTo>
                <a:lnTo>
                  <a:pt x="229" y="828"/>
                </a:lnTo>
                <a:lnTo>
                  <a:pt x="241" y="834"/>
                </a:lnTo>
                <a:lnTo>
                  <a:pt x="254" y="840"/>
                </a:lnTo>
                <a:lnTo>
                  <a:pt x="266" y="846"/>
                </a:lnTo>
                <a:lnTo>
                  <a:pt x="279" y="851"/>
                </a:lnTo>
                <a:lnTo>
                  <a:pt x="292" y="856"/>
                </a:lnTo>
                <a:lnTo>
                  <a:pt x="305" y="861"/>
                </a:lnTo>
                <a:lnTo>
                  <a:pt x="318" y="865"/>
                </a:lnTo>
                <a:lnTo>
                  <a:pt x="332" y="868"/>
                </a:lnTo>
                <a:lnTo>
                  <a:pt x="345" y="872"/>
                </a:lnTo>
                <a:lnTo>
                  <a:pt x="359" y="874"/>
                </a:lnTo>
                <a:lnTo>
                  <a:pt x="372" y="877"/>
                </a:lnTo>
                <a:lnTo>
                  <a:pt x="386" y="879"/>
                </a:lnTo>
                <a:lnTo>
                  <a:pt x="400" y="880"/>
                </a:lnTo>
                <a:lnTo>
                  <a:pt x="413" y="881"/>
                </a:lnTo>
                <a:lnTo>
                  <a:pt x="427" y="882"/>
                </a:lnTo>
                <a:lnTo>
                  <a:pt x="441" y="882"/>
                </a:lnTo>
                <a:lnTo>
                  <a:pt x="455" y="882"/>
                </a:lnTo>
                <a:lnTo>
                  <a:pt x="469" y="881"/>
                </a:lnTo>
                <a:lnTo>
                  <a:pt x="483" y="880"/>
                </a:lnTo>
                <a:lnTo>
                  <a:pt x="496" y="879"/>
                </a:lnTo>
                <a:lnTo>
                  <a:pt x="510" y="877"/>
                </a:lnTo>
                <a:lnTo>
                  <a:pt x="524" y="874"/>
                </a:lnTo>
                <a:lnTo>
                  <a:pt x="537" y="872"/>
                </a:lnTo>
                <a:lnTo>
                  <a:pt x="551" y="868"/>
                </a:lnTo>
                <a:lnTo>
                  <a:pt x="564" y="865"/>
                </a:lnTo>
                <a:lnTo>
                  <a:pt x="577" y="861"/>
                </a:lnTo>
                <a:lnTo>
                  <a:pt x="590" y="856"/>
                </a:lnTo>
                <a:lnTo>
                  <a:pt x="603" y="851"/>
                </a:lnTo>
                <a:lnTo>
                  <a:pt x="616" y="846"/>
                </a:lnTo>
                <a:lnTo>
                  <a:pt x="629" y="840"/>
                </a:lnTo>
                <a:lnTo>
                  <a:pt x="641" y="834"/>
                </a:lnTo>
                <a:lnTo>
                  <a:pt x="653" y="828"/>
                </a:lnTo>
                <a:lnTo>
                  <a:pt x="665" y="821"/>
                </a:lnTo>
                <a:lnTo>
                  <a:pt x="677" y="814"/>
                </a:lnTo>
                <a:lnTo>
                  <a:pt x="689" y="806"/>
                </a:lnTo>
                <a:lnTo>
                  <a:pt x="700" y="798"/>
                </a:lnTo>
                <a:lnTo>
                  <a:pt x="711" y="790"/>
                </a:lnTo>
                <a:lnTo>
                  <a:pt x="722" y="781"/>
                </a:lnTo>
                <a:lnTo>
                  <a:pt x="732" y="772"/>
                </a:lnTo>
                <a:lnTo>
                  <a:pt x="743" y="763"/>
                </a:lnTo>
                <a:lnTo>
                  <a:pt x="752" y="753"/>
                </a:lnTo>
                <a:lnTo>
                  <a:pt x="762" y="743"/>
                </a:lnTo>
                <a:lnTo>
                  <a:pt x="771" y="733"/>
                </a:lnTo>
                <a:lnTo>
                  <a:pt x="780" y="723"/>
                </a:lnTo>
                <a:lnTo>
                  <a:pt x="789" y="712"/>
                </a:lnTo>
                <a:lnTo>
                  <a:pt x="797" y="701"/>
                </a:lnTo>
                <a:lnTo>
                  <a:pt x="805" y="689"/>
                </a:lnTo>
                <a:lnTo>
                  <a:pt x="813" y="678"/>
                </a:lnTo>
                <a:lnTo>
                  <a:pt x="820" y="666"/>
                </a:lnTo>
                <a:lnTo>
                  <a:pt x="827" y="654"/>
                </a:lnTo>
                <a:lnTo>
                  <a:pt x="833" y="642"/>
                </a:lnTo>
                <a:lnTo>
                  <a:pt x="840" y="629"/>
                </a:lnTo>
                <a:lnTo>
                  <a:pt x="845" y="617"/>
                </a:lnTo>
                <a:lnTo>
                  <a:pt x="851" y="604"/>
                </a:lnTo>
                <a:lnTo>
                  <a:pt x="855" y="591"/>
                </a:lnTo>
                <a:lnTo>
                  <a:pt x="860" y="578"/>
                </a:lnTo>
                <a:lnTo>
                  <a:pt x="864" y="565"/>
                </a:lnTo>
                <a:lnTo>
                  <a:pt x="868" y="551"/>
                </a:lnTo>
                <a:lnTo>
                  <a:pt x="871" y="538"/>
                </a:lnTo>
                <a:lnTo>
                  <a:pt x="874" y="524"/>
                </a:lnTo>
                <a:lnTo>
                  <a:pt x="876" y="511"/>
                </a:lnTo>
                <a:lnTo>
                  <a:pt x="878" y="497"/>
                </a:lnTo>
                <a:lnTo>
                  <a:pt x="880" y="483"/>
                </a:lnTo>
                <a:lnTo>
                  <a:pt x="881" y="469"/>
                </a:lnTo>
                <a:lnTo>
                  <a:pt x="881" y="456"/>
                </a:lnTo>
                <a:lnTo>
                  <a:pt x="881" y="442"/>
                </a:lnTo>
                <a:close/>
              </a:path>
            </a:pathLst>
          </a:custGeom>
          <a:solidFill>
            <a:srgbClr val="80cc9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3442680" y="1794960"/>
            <a:ext cx="620280" cy="619920"/>
          </a:xfrm>
          <a:custGeom>
            <a:avLst/>
            <a:gdLst/>
            <a:ahLst/>
            <a:rect l="0" t="0" r="r" b="b"/>
            <a:pathLst>
              <a:path w="1723" h="1722">
                <a:moveTo>
                  <a:pt x="1301" y="861"/>
                </a:moveTo>
                <a:lnTo>
                  <a:pt x="1301" y="875"/>
                </a:lnTo>
                <a:lnTo>
                  <a:pt x="1301" y="888"/>
                </a:lnTo>
                <a:lnTo>
                  <a:pt x="1300" y="902"/>
                </a:lnTo>
                <a:lnTo>
                  <a:pt x="1298" y="916"/>
                </a:lnTo>
                <a:lnTo>
                  <a:pt x="1296" y="930"/>
                </a:lnTo>
                <a:lnTo>
                  <a:pt x="1294" y="943"/>
                </a:lnTo>
                <a:lnTo>
                  <a:pt x="1291" y="957"/>
                </a:lnTo>
                <a:lnTo>
                  <a:pt x="1288" y="970"/>
                </a:lnTo>
                <a:lnTo>
                  <a:pt x="1284" y="984"/>
                </a:lnTo>
                <a:lnTo>
                  <a:pt x="1280" y="997"/>
                </a:lnTo>
                <a:lnTo>
                  <a:pt x="1275" y="1010"/>
                </a:lnTo>
                <a:lnTo>
                  <a:pt x="1271" y="1023"/>
                </a:lnTo>
                <a:lnTo>
                  <a:pt x="1265" y="1036"/>
                </a:lnTo>
                <a:lnTo>
                  <a:pt x="1260" y="1049"/>
                </a:lnTo>
                <a:lnTo>
                  <a:pt x="1253" y="1062"/>
                </a:lnTo>
                <a:lnTo>
                  <a:pt x="1247" y="1074"/>
                </a:lnTo>
                <a:lnTo>
                  <a:pt x="1240" y="1086"/>
                </a:lnTo>
                <a:lnTo>
                  <a:pt x="1233" y="1098"/>
                </a:lnTo>
                <a:lnTo>
                  <a:pt x="1225" y="1109"/>
                </a:lnTo>
                <a:lnTo>
                  <a:pt x="1217" y="1121"/>
                </a:lnTo>
                <a:lnTo>
                  <a:pt x="1209" y="1132"/>
                </a:lnTo>
                <a:lnTo>
                  <a:pt x="1200" y="1143"/>
                </a:lnTo>
                <a:lnTo>
                  <a:pt x="1191" y="1153"/>
                </a:lnTo>
                <a:lnTo>
                  <a:pt x="1182" y="1163"/>
                </a:lnTo>
                <a:lnTo>
                  <a:pt x="1172" y="1173"/>
                </a:lnTo>
                <a:lnTo>
                  <a:pt x="1163" y="1183"/>
                </a:lnTo>
                <a:lnTo>
                  <a:pt x="1152" y="1192"/>
                </a:lnTo>
                <a:lnTo>
                  <a:pt x="1142" y="1201"/>
                </a:lnTo>
                <a:lnTo>
                  <a:pt x="1131" y="1210"/>
                </a:lnTo>
                <a:lnTo>
                  <a:pt x="1120" y="1218"/>
                </a:lnTo>
                <a:lnTo>
                  <a:pt x="1109" y="1226"/>
                </a:lnTo>
                <a:lnTo>
                  <a:pt x="1097" y="1234"/>
                </a:lnTo>
                <a:lnTo>
                  <a:pt x="1085" y="1241"/>
                </a:lnTo>
                <a:lnTo>
                  <a:pt x="1073" y="1248"/>
                </a:lnTo>
                <a:lnTo>
                  <a:pt x="1061" y="1254"/>
                </a:lnTo>
                <a:lnTo>
                  <a:pt x="1049" y="1260"/>
                </a:lnTo>
                <a:lnTo>
                  <a:pt x="1036" y="1266"/>
                </a:lnTo>
                <a:lnTo>
                  <a:pt x="1023" y="1271"/>
                </a:lnTo>
                <a:lnTo>
                  <a:pt x="1010" y="1276"/>
                </a:lnTo>
                <a:lnTo>
                  <a:pt x="997" y="1281"/>
                </a:lnTo>
                <a:lnTo>
                  <a:pt x="984" y="1285"/>
                </a:lnTo>
                <a:lnTo>
                  <a:pt x="971" y="1288"/>
                </a:lnTo>
                <a:lnTo>
                  <a:pt x="957" y="1292"/>
                </a:lnTo>
                <a:lnTo>
                  <a:pt x="944" y="1294"/>
                </a:lnTo>
                <a:lnTo>
                  <a:pt x="930" y="1297"/>
                </a:lnTo>
                <a:lnTo>
                  <a:pt x="916" y="1299"/>
                </a:lnTo>
                <a:lnTo>
                  <a:pt x="903" y="1300"/>
                </a:lnTo>
                <a:lnTo>
                  <a:pt x="889" y="1301"/>
                </a:lnTo>
                <a:lnTo>
                  <a:pt x="875" y="1302"/>
                </a:lnTo>
                <a:lnTo>
                  <a:pt x="861" y="1302"/>
                </a:lnTo>
                <a:lnTo>
                  <a:pt x="847" y="1302"/>
                </a:lnTo>
                <a:lnTo>
                  <a:pt x="833" y="1301"/>
                </a:lnTo>
                <a:lnTo>
                  <a:pt x="820" y="1300"/>
                </a:lnTo>
                <a:lnTo>
                  <a:pt x="806" y="1299"/>
                </a:lnTo>
                <a:lnTo>
                  <a:pt x="792" y="1297"/>
                </a:lnTo>
                <a:lnTo>
                  <a:pt x="779" y="1294"/>
                </a:lnTo>
                <a:lnTo>
                  <a:pt x="765" y="1292"/>
                </a:lnTo>
                <a:lnTo>
                  <a:pt x="752" y="1288"/>
                </a:lnTo>
                <a:lnTo>
                  <a:pt x="738" y="1285"/>
                </a:lnTo>
                <a:lnTo>
                  <a:pt x="725" y="1281"/>
                </a:lnTo>
                <a:lnTo>
                  <a:pt x="712" y="1276"/>
                </a:lnTo>
                <a:lnTo>
                  <a:pt x="699" y="1271"/>
                </a:lnTo>
                <a:lnTo>
                  <a:pt x="686" y="1266"/>
                </a:lnTo>
                <a:lnTo>
                  <a:pt x="674" y="1260"/>
                </a:lnTo>
                <a:lnTo>
                  <a:pt x="661" y="1254"/>
                </a:lnTo>
                <a:lnTo>
                  <a:pt x="649" y="1248"/>
                </a:lnTo>
                <a:lnTo>
                  <a:pt x="637" y="1241"/>
                </a:lnTo>
                <a:lnTo>
                  <a:pt x="625" y="1234"/>
                </a:lnTo>
                <a:lnTo>
                  <a:pt x="614" y="1226"/>
                </a:lnTo>
                <a:lnTo>
                  <a:pt x="602" y="1218"/>
                </a:lnTo>
                <a:lnTo>
                  <a:pt x="591" y="1210"/>
                </a:lnTo>
                <a:lnTo>
                  <a:pt x="580" y="1201"/>
                </a:lnTo>
                <a:lnTo>
                  <a:pt x="570" y="1192"/>
                </a:lnTo>
                <a:lnTo>
                  <a:pt x="560" y="1183"/>
                </a:lnTo>
                <a:lnTo>
                  <a:pt x="550" y="1173"/>
                </a:lnTo>
                <a:lnTo>
                  <a:pt x="540" y="1163"/>
                </a:lnTo>
                <a:lnTo>
                  <a:pt x="531" y="1153"/>
                </a:lnTo>
                <a:lnTo>
                  <a:pt x="522" y="1143"/>
                </a:lnTo>
                <a:lnTo>
                  <a:pt x="513" y="1132"/>
                </a:lnTo>
                <a:lnTo>
                  <a:pt x="505" y="1121"/>
                </a:lnTo>
                <a:lnTo>
                  <a:pt x="497" y="1109"/>
                </a:lnTo>
                <a:lnTo>
                  <a:pt x="489" y="1098"/>
                </a:lnTo>
                <a:lnTo>
                  <a:pt x="482" y="1086"/>
                </a:lnTo>
                <a:lnTo>
                  <a:pt x="475" y="1074"/>
                </a:lnTo>
                <a:lnTo>
                  <a:pt x="469" y="1062"/>
                </a:lnTo>
                <a:lnTo>
                  <a:pt x="463" y="1049"/>
                </a:lnTo>
                <a:lnTo>
                  <a:pt x="457" y="1036"/>
                </a:lnTo>
                <a:lnTo>
                  <a:pt x="452" y="1023"/>
                </a:lnTo>
                <a:lnTo>
                  <a:pt x="447" y="1010"/>
                </a:lnTo>
                <a:lnTo>
                  <a:pt x="442" y="997"/>
                </a:lnTo>
                <a:lnTo>
                  <a:pt x="438" y="984"/>
                </a:lnTo>
                <a:lnTo>
                  <a:pt x="435" y="970"/>
                </a:lnTo>
                <a:lnTo>
                  <a:pt x="431" y="957"/>
                </a:lnTo>
                <a:lnTo>
                  <a:pt x="428" y="943"/>
                </a:lnTo>
                <a:lnTo>
                  <a:pt x="426" y="930"/>
                </a:lnTo>
                <a:lnTo>
                  <a:pt x="424" y="916"/>
                </a:lnTo>
                <a:lnTo>
                  <a:pt x="423" y="902"/>
                </a:lnTo>
                <a:lnTo>
                  <a:pt x="422" y="888"/>
                </a:lnTo>
                <a:lnTo>
                  <a:pt x="421" y="875"/>
                </a:lnTo>
                <a:lnTo>
                  <a:pt x="421" y="861"/>
                </a:lnTo>
                <a:lnTo>
                  <a:pt x="421" y="847"/>
                </a:lnTo>
                <a:lnTo>
                  <a:pt x="422" y="833"/>
                </a:lnTo>
                <a:lnTo>
                  <a:pt x="423" y="819"/>
                </a:lnTo>
                <a:lnTo>
                  <a:pt x="424" y="806"/>
                </a:lnTo>
                <a:lnTo>
                  <a:pt x="426" y="792"/>
                </a:lnTo>
                <a:lnTo>
                  <a:pt x="428" y="778"/>
                </a:lnTo>
                <a:lnTo>
                  <a:pt x="431" y="765"/>
                </a:lnTo>
                <a:lnTo>
                  <a:pt x="435" y="751"/>
                </a:lnTo>
                <a:lnTo>
                  <a:pt x="438" y="738"/>
                </a:lnTo>
                <a:lnTo>
                  <a:pt x="442" y="725"/>
                </a:lnTo>
                <a:lnTo>
                  <a:pt x="447" y="712"/>
                </a:lnTo>
                <a:lnTo>
                  <a:pt x="452" y="699"/>
                </a:lnTo>
                <a:lnTo>
                  <a:pt x="457" y="686"/>
                </a:lnTo>
                <a:lnTo>
                  <a:pt x="463" y="673"/>
                </a:lnTo>
                <a:lnTo>
                  <a:pt x="469" y="661"/>
                </a:lnTo>
                <a:lnTo>
                  <a:pt x="475" y="649"/>
                </a:lnTo>
                <a:lnTo>
                  <a:pt x="482" y="637"/>
                </a:lnTo>
                <a:lnTo>
                  <a:pt x="489" y="625"/>
                </a:lnTo>
                <a:lnTo>
                  <a:pt x="497" y="613"/>
                </a:lnTo>
                <a:lnTo>
                  <a:pt x="505" y="602"/>
                </a:lnTo>
                <a:lnTo>
                  <a:pt x="513" y="591"/>
                </a:lnTo>
                <a:lnTo>
                  <a:pt x="522" y="580"/>
                </a:lnTo>
                <a:lnTo>
                  <a:pt x="531" y="570"/>
                </a:lnTo>
                <a:lnTo>
                  <a:pt x="540" y="559"/>
                </a:lnTo>
                <a:lnTo>
                  <a:pt x="550" y="549"/>
                </a:lnTo>
                <a:lnTo>
                  <a:pt x="560" y="540"/>
                </a:lnTo>
                <a:lnTo>
                  <a:pt x="570" y="530"/>
                </a:lnTo>
                <a:lnTo>
                  <a:pt x="580" y="521"/>
                </a:lnTo>
                <a:lnTo>
                  <a:pt x="591" y="513"/>
                </a:lnTo>
                <a:lnTo>
                  <a:pt x="602" y="505"/>
                </a:lnTo>
                <a:lnTo>
                  <a:pt x="614" y="497"/>
                </a:lnTo>
                <a:lnTo>
                  <a:pt x="625" y="489"/>
                </a:lnTo>
                <a:lnTo>
                  <a:pt x="637" y="482"/>
                </a:lnTo>
                <a:lnTo>
                  <a:pt x="649" y="475"/>
                </a:lnTo>
                <a:lnTo>
                  <a:pt x="661" y="468"/>
                </a:lnTo>
                <a:lnTo>
                  <a:pt x="674" y="462"/>
                </a:lnTo>
                <a:lnTo>
                  <a:pt x="686" y="457"/>
                </a:lnTo>
                <a:lnTo>
                  <a:pt x="699" y="451"/>
                </a:lnTo>
                <a:lnTo>
                  <a:pt x="712" y="446"/>
                </a:lnTo>
                <a:lnTo>
                  <a:pt x="725" y="442"/>
                </a:lnTo>
                <a:lnTo>
                  <a:pt x="738" y="438"/>
                </a:lnTo>
                <a:lnTo>
                  <a:pt x="752" y="434"/>
                </a:lnTo>
                <a:lnTo>
                  <a:pt x="765" y="431"/>
                </a:lnTo>
                <a:lnTo>
                  <a:pt x="779" y="428"/>
                </a:lnTo>
                <a:lnTo>
                  <a:pt x="792" y="426"/>
                </a:lnTo>
                <a:lnTo>
                  <a:pt x="806" y="424"/>
                </a:lnTo>
                <a:lnTo>
                  <a:pt x="820" y="422"/>
                </a:lnTo>
                <a:lnTo>
                  <a:pt x="833" y="421"/>
                </a:lnTo>
                <a:lnTo>
                  <a:pt x="847" y="421"/>
                </a:lnTo>
                <a:lnTo>
                  <a:pt x="861" y="420"/>
                </a:lnTo>
                <a:lnTo>
                  <a:pt x="875" y="421"/>
                </a:lnTo>
                <a:lnTo>
                  <a:pt x="889" y="421"/>
                </a:lnTo>
                <a:lnTo>
                  <a:pt x="903" y="422"/>
                </a:lnTo>
                <a:lnTo>
                  <a:pt x="916" y="424"/>
                </a:lnTo>
                <a:lnTo>
                  <a:pt x="930" y="426"/>
                </a:lnTo>
                <a:lnTo>
                  <a:pt x="944" y="428"/>
                </a:lnTo>
                <a:lnTo>
                  <a:pt x="957" y="431"/>
                </a:lnTo>
                <a:lnTo>
                  <a:pt x="971" y="434"/>
                </a:lnTo>
                <a:lnTo>
                  <a:pt x="984" y="438"/>
                </a:lnTo>
                <a:lnTo>
                  <a:pt x="997" y="442"/>
                </a:lnTo>
                <a:lnTo>
                  <a:pt x="1010" y="446"/>
                </a:lnTo>
                <a:lnTo>
                  <a:pt x="1023" y="451"/>
                </a:lnTo>
                <a:lnTo>
                  <a:pt x="1036" y="457"/>
                </a:lnTo>
                <a:lnTo>
                  <a:pt x="1049" y="462"/>
                </a:lnTo>
                <a:lnTo>
                  <a:pt x="1061" y="468"/>
                </a:lnTo>
                <a:lnTo>
                  <a:pt x="1073" y="475"/>
                </a:lnTo>
                <a:lnTo>
                  <a:pt x="1085" y="482"/>
                </a:lnTo>
                <a:lnTo>
                  <a:pt x="1097" y="489"/>
                </a:lnTo>
                <a:lnTo>
                  <a:pt x="1109" y="497"/>
                </a:lnTo>
                <a:lnTo>
                  <a:pt x="1120" y="505"/>
                </a:lnTo>
                <a:lnTo>
                  <a:pt x="1131" y="513"/>
                </a:lnTo>
                <a:lnTo>
                  <a:pt x="1142" y="521"/>
                </a:lnTo>
                <a:lnTo>
                  <a:pt x="1152" y="530"/>
                </a:lnTo>
                <a:lnTo>
                  <a:pt x="1163" y="540"/>
                </a:lnTo>
                <a:lnTo>
                  <a:pt x="1172" y="549"/>
                </a:lnTo>
                <a:lnTo>
                  <a:pt x="1182" y="559"/>
                </a:lnTo>
                <a:lnTo>
                  <a:pt x="1191" y="570"/>
                </a:lnTo>
                <a:lnTo>
                  <a:pt x="1200" y="580"/>
                </a:lnTo>
                <a:lnTo>
                  <a:pt x="1209" y="591"/>
                </a:lnTo>
                <a:lnTo>
                  <a:pt x="1217" y="602"/>
                </a:lnTo>
                <a:lnTo>
                  <a:pt x="1225" y="613"/>
                </a:lnTo>
                <a:lnTo>
                  <a:pt x="1233" y="625"/>
                </a:lnTo>
                <a:lnTo>
                  <a:pt x="1240" y="637"/>
                </a:lnTo>
                <a:lnTo>
                  <a:pt x="1247" y="649"/>
                </a:lnTo>
                <a:lnTo>
                  <a:pt x="1253" y="661"/>
                </a:lnTo>
                <a:lnTo>
                  <a:pt x="1260" y="673"/>
                </a:lnTo>
                <a:lnTo>
                  <a:pt x="1265" y="686"/>
                </a:lnTo>
                <a:lnTo>
                  <a:pt x="1271" y="699"/>
                </a:lnTo>
                <a:lnTo>
                  <a:pt x="1275" y="712"/>
                </a:lnTo>
                <a:lnTo>
                  <a:pt x="1280" y="725"/>
                </a:lnTo>
                <a:lnTo>
                  <a:pt x="1284" y="738"/>
                </a:lnTo>
                <a:lnTo>
                  <a:pt x="1288" y="751"/>
                </a:lnTo>
                <a:lnTo>
                  <a:pt x="1291" y="765"/>
                </a:lnTo>
                <a:lnTo>
                  <a:pt x="1294" y="778"/>
                </a:lnTo>
                <a:lnTo>
                  <a:pt x="1296" y="792"/>
                </a:lnTo>
                <a:lnTo>
                  <a:pt x="1298" y="806"/>
                </a:lnTo>
                <a:lnTo>
                  <a:pt x="1300" y="819"/>
                </a:lnTo>
                <a:lnTo>
                  <a:pt x="1301" y="833"/>
                </a:lnTo>
                <a:lnTo>
                  <a:pt x="1301" y="847"/>
                </a:lnTo>
                <a:lnTo>
                  <a:pt x="1301" y="861"/>
                </a:lnTo>
                <a:moveTo>
                  <a:pt x="1723" y="861"/>
                </a:moveTo>
                <a:lnTo>
                  <a:pt x="1722" y="834"/>
                </a:lnTo>
                <a:lnTo>
                  <a:pt x="1721" y="807"/>
                </a:lnTo>
                <a:lnTo>
                  <a:pt x="1719" y="780"/>
                </a:lnTo>
                <a:lnTo>
                  <a:pt x="1716" y="753"/>
                </a:lnTo>
                <a:lnTo>
                  <a:pt x="1712" y="726"/>
                </a:lnTo>
                <a:lnTo>
                  <a:pt x="1707" y="700"/>
                </a:lnTo>
                <a:lnTo>
                  <a:pt x="1702" y="673"/>
                </a:lnTo>
                <a:lnTo>
                  <a:pt x="1696" y="647"/>
                </a:lnTo>
                <a:lnTo>
                  <a:pt x="1689" y="621"/>
                </a:lnTo>
                <a:lnTo>
                  <a:pt x="1681" y="595"/>
                </a:lnTo>
                <a:lnTo>
                  <a:pt x="1672" y="569"/>
                </a:lnTo>
                <a:lnTo>
                  <a:pt x="1662" y="544"/>
                </a:lnTo>
                <a:lnTo>
                  <a:pt x="1652" y="519"/>
                </a:lnTo>
                <a:lnTo>
                  <a:pt x="1641" y="494"/>
                </a:lnTo>
                <a:lnTo>
                  <a:pt x="1629" y="470"/>
                </a:lnTo>
                <a:lnTo>
                  <a:pt x="1615" y="446"/>
                </a:lnTo>
                <a:lnTo>
                  <a:pt x="1602" y="423"/>
                </a:lnTo>
                <a:lnTo>
                  <a:pt x="1588" y="400"/>
                </a:lnTo>
                <a:lnTo>
                  <a:pt x="1573" y="377"/>
                </a:lnTo>
                <a:lnTo>
                  <a:pt x="1557" y="355"/>
                </a:lnTo>
                <a:lnTo>
                  <a:pt x="1541" y="333"/>
                </a:lnTo>
                <a:lnTo>
                  <a:pt x="1524" y="312"/>
                </a:lnTo>
                <a:lnTo>
                  <a:pt x="1507" y="292"/>
                </a:lnTo>
                <a:lnTo>
                  <a:pt x="1488" y="272"/>
                </a:lnTo>
                <a:lnTo>
                  <a:pt x="1470" y="252"/>
                </a:lnTo>
                <a:lnTo>
                  <a:pt x="1450" y="233"/>
                </a:lnTo>
                <a:lnTo>
                  <a:pt x="1430" y="215"/>
                </a:lnTo>
                <a:lnTo>
                  <a:pt x="1410" y="198"/>
                </a:lnTo>
                <a:lnTo>
                  <a:pt x="1389" y="181"/>
                </a:lnTo>
                <a:lnTo>
                  <a:pt x="1367" y="165"/>
                </a:lnTo>
                <a:lnTo>
                  <a:pt x="1345" y="149"/>
                </a:lnTo>
                <a:lnTo>
                  <a:pt x="1322" y="134"/>
                </a:lnTo>
                <a:lnTo>
                  <a:pt x="1299" y="120"/>
                </a:lnTo>
                <a:lnTo>
                  <a:pt x="1276" y="107"/>
                </a:lnTo>
                <a:lnTo>
                  <a:pt x="1252" y="94"/>
                </a:lnTo>
                <a:lnTo>
                  <a:pt x="1228" y="82"/>
                </a:lnTo>
                <a:lnTo>
                  <a:pt x="1203" y="71"/>
                </a:lnTo>
                <a:lnTo>
                  <a:pt x="1178" y="61"/>
                </a:lnTo>
                <a:lnTo>
                  <a:pt x="1153" y="51"/>
                </a:lnTo>
                <a:lnTo>
                  <a:pt x="1127" y="42"/>
                </a:lnTo>
                <a:lnTo>
                  <a:pt x="1101" y="34"/>
                </a:lnTo>
                <a:lnTo>
                  <a:pt x="1075" y="27"/>
                </a:lnTo>
                <a:lnTo>
                  <a:pt x="1049" y="21"/>
                </a:lnTo>
                <a:lnTo>
                  <a:pt x="1022" y="15"/>
                </a:lnTo>
                <a:lnTo>
                  <a:pt x="996" y="11"/>
                </a:lnTo>
                <a:lnTo>
                  <a:pt x="969" y="7"/>
                </a:lnTo>
                <a:lnTo>
                  <a:pt x="942" y="4"/>
                </a:lnTo>
                <a:lnTo>
                  <a:pt x="915" y="2"/>
                </a:lnTo>
                <a:lnTo>
                  <a:pt x="888" y="1"/>
                </a:lnTo>
                <a:lnTo>
                  <a:pt x="861" y="0"/>
                </a:lnTo>
                <a:lnTo>
                  <a:pt x="834" y="1"/>
                </a:lnTo>
                <a:lnTo>
                  <a:pt x="807" y="2"/>
                </a:lnTo>
                <a:lnTo>
                  <a:pt x="780" y="4"/>
                </a:lnTo>
                <a:lnTo>
                  <a:pt x="753" y="7"/>
                </a:lnTo>
                <a:lnTo>
                  <a:pt x="726" y="11"/>
                </a:lnTo>
                <a:lnTo>
                  <a:pt x="700" y="15"/>
                </a:lnTo>
                <a:lnTo>
                  <a:pt x="673" y="21"/>
                </a:lnTo>
                <a:lnTo>
                  <a:pt x="647" y="27"/>
                </a:lnTo>
                <a:lnTo>
                  <a:pt x="621" y="34"/>
                </a:lnTo>
                <a:lnTo>
                  <a:pt x="595" y="42"/>
                </a:lnTo>
                <a:lnTo>
                  <a:pt x="570" y="51"/>
                </a:lnTo>
                <a:lnTo>
                  <a:pt x="544" y="61"/>
                </a:lnTo>
                <a:lnTo>
                  <a:pt x="519" y="71"/>
                </a:lnTo>
                <a:lnTo>
                  <a:pt x="495" y="82"/>
                </a:lnTo>
                <a:lnTo>
                  <a:pt x="470" y="94"/>
                </a:lnTo>
                <a:lnTo>
                  <a:pt x="446" y="107"/>
                </a:lnTo>
                <a:lnTo>
                  <a:pt x="423" y="120"/>
                </a:lnTo>
                <a:lnTo>
                  <a:pt x="400" y="134"/>
                </a:lnTo>
                <a:lnTo>
                  <a:pt x="377" y="149"/>
                </a:lnTo>
                <a:lnTo>
                  <a:pt x="355" y="165"/>
                </a:lnTo>
                <a:lnTo>
                  <a:pt x="334" y="181"/>
                </a:lnTo>
                <a:lnTo>
                  <a:pt x="313" y="198"/>
                </a:lnTo>
                <a:lnTo>
                  <a:pt x="292" y="215"/>
                </a:lnTo>
                <a:lnTo>
                  <a:pt x="272" y="233"/>
                </a:lnTo>
                <a:lnTo>
                  <a:pt x="253" y="252"/>
                </a:lnTo>
                <a:lnTo>
                  <a:pt x="234" y="272"/>
                </a:lnTo>
                <a:lnTo>
                  <a:pt x="216" y="292"/>
                </a:lnTo>
                <a:lnTo>
                  <a:pt x="198" y="312"/>
                </a:lnTo>
                <a:lnTo>
                  <a:pt x="181" y="333"/>
                </a:lnTo>
                <a:lnTo>
                  <a:pt x="165" y="355"/>
                </a:lnTo>
                <a:lnTo>
                  <a:pt x="149" y="377"/>
                </a:lnTo>
                <a:lnTo>
                  <a:pt x="134" y="400"/>
                </a:lnTo>
                <a:lnTo>
                  <a:pt x="120" y="423"/>
                </a:lnTo>
                <a:lnTo>
                  <a:pt x="107" y="446"/>
                </a:lnTo>
                <a:lnTo>
                  <a:pt x="94" y="470"/>
                </a:lnTo>
                <a:lnTo>
                  <a:pt x="82" y="494"/>
                </a:lnTo>
                <a:lnTo>
                  <a:pt x="71" y="519"/>
                </a:lnTo>
                <a:lnTo>
                  <a:pt x="61" y="544"/>
                </a:lnTo>
                <a:lnTo>
                  <a:pt x="51" y="569"/>
                </a:lnTo>
                <a:lnTo>
                  <a:pt x="43" y="595"/>
                </a:lnTo>
                <a:lnTo>
                  <a:pt x="35" y="621"/>
                </a:lnTo>
                <a:lnTo>
                  <a:pt x="28" y="647"/>
                </a:lnTo>
                <a:lnTo>
                  <a:pt x="21" y="673"/>
                </a:lnTo>
                <a:lnTo>
                  <a:pt x="16" y="700"/>
                </a:lnTo>
                <a:lnTo>
                  <a:pt x="11" y="726"/>
                </a:lnTo>
                <a:lnTo>
                  <a:pt x="7" y="753"/>
                </a:lnTo>
                <a:lnTo>
                  <a:pt x="4" y="780"/>
                </a:lnTo>
                <a:lnTo>
                  <a:pt x="2" y="807"/>
                </a:lnTo>
                <a:lnTo>
                  <a:pt x="1" y="834"/>
                </a:lnTo>
                <a:lnTo>
                  <a:pt x="0" y="861"/>
                </a:lnTo>
                <a:lnTo>
                  <a:pt x="1" y="888"/>
                </a:lnTo>
                <a:lnTo>
                  <a:pt x="2" y="915"/>
                </a:lnTo>
                <a:lnTo>
                  <a:pt x="4" y="942"/>
                </a:lnTo>
                <a:lnTo>
                  <a:pt x="7" y="969"/>
                </a:lnTo>
                <a:lnTo>
                  <a:pt x="11" y="995"/>
                </a:lnTo>
                <a:lnTo>
                  <a:pt x="16" y="1022"/>
                </a:lnTo>
                <a:lnTo>
                  <a:pt x="21" y="1050"/>
                </a:lnTo>
                <a:lnTo>
                  <a:pt x="28" y="1076"/>
                </a:lnTo>
                <a:lnTo>
                  <a:pt x="35" y="1102"/>
                </a:lnTo>
                <a:lnTo>
                  <a:pt x="43" y="1128"/>
                </a:lnTo>
                <a:lnTo>
                  <a:pt x="51" y="1153"/>
                </a:lnTo>
                <a:lnTo>
                  <a:pt x="61" y="1179"/>
                </a:lnTo>
                <a:lnTo>
                  <a:pt x="71" y="1204"/>
                </a:lnTo>
                <a:lnTo>
                  <a:pt x="82" y="1228"/>
                </a:lnTo>
                <a:lnTo>
                  <a:pt x="94" y="1252"/>
                </a:lnTo>
                <a:lnTo>
                  <a:pt x="107" y="1276"/>
                </a:lnTo>
                <a:lnTo>
                  <a:pt x="120" y="1300"/>
                </a:lnTo>
                <a:lnTo>
                  <a:pt x="134" y="1323"/>
                </a:lnTo>
                <a:lnTo>
                  <a:pt x="149" y="1346"/>
                </a:lnTo>
                <a:lnTo>
                  <a:pt x="165" y="1368"/>
                </a:lnTo>
                <a:lnTo>
                  <a:pt x="181" y="1389"/>
                </a:lnTo>
                <a:lnTo>
                  <a:pt x="198" y="1410"/>
                </a:lnTo>
                <a:lnTo>
                  <a:pt x="216" y="1431"/>
                </a:lnTo>
                <a:lnTo>
                  <a:pt x="234" y="1451"/>
                </a:lnTo>
                <a:lnTo>
                  <a:pt x="253" y="1470"/>
                </a:lnTo>
                <a:lnTo>
                  <a:pt x="272" y="1489"/>
                </a:lnTo>
                <a:lnTo>
                  <a:pt x="292" y="1507"/>
                </a:lnTo>
                <a:lnTo>
                  <a:pt x="313" y="1525"/>
                </a:lnTo>
                <a:lnTo>
                  <a:pt x="334" y="1542"/>
                </a:lnTo>
                <a:lnTo>
                  <a:pt x="355" y="1558"/>
                </a:lnTo>
                <a:lnTo>
                  <a:pt x="377" y="1574"/>
                </a:lnTo>
                <a:lnTo>
                  <a:pt x="400" y="1588"/>
                </a:lnTo>
                <a:lnTo>
                  <a:pt x="423" y="1603"/>
                </a:lnTo>
                <a:lnTo>
                  <a:pt x="446" y="1616"/>
                </a:lnTo>
                <a:lnTo>
                  <a:pt x="470" y="1629"/>
                </a:lnTo>
                <a:lnTo>
                  <a:pt x="495" y="1640"/>
                </a:lnTo>
                <a:lnTo>
                  <a:pt x="519" y="1652"/>
                </a:lnTo>
                <a:lnTo>
                  <a:pt x="544" y="1662"/>
                </a:lnTo>
                <a:lnTo>
                  <a:pt x="570" y="1672"/>
                </a:lnTo>
                <a:lnTo>
                  <a:pt x="595" y="1680"/>
                </a:lnTo>
                <a:lnTo>
                  <a:pt x="621" y="1688"/>
                </a:lnTo>
                <a:lnTo>
                  <a:pt x="647" y="1695"/>
                </a:lnTo>
                <a:lnTo>
                  <a:pt x="673" y="1702"/>
                </a:lnTo>
                <a:lnTo>
                  <a:pt x="700" y="1707"/>
                </a:lnTo>
                <a:lnTo>
                  <a:pt x="726" y="1712"/>
                </a:lnTo>
                <a:lnTo>
                  <a:pt x="753" y="1716"/>
                </a:lnTo>
                <a:lnTo>
                  <a:pt x="780" y="1719"/>
                </a:lnTo>
                <a:lnTo>
                  <a:pt x="807" y="1721"/>
                </a:lnTo>
                <a:lnTo>
                  <a:pt x="834" y="1722"/>
                </a:lnTo>
                <a:lnTo>
                  <a:pt x="861" y="1722"/>
                </a:lnTo>
                <a:lnTo>
                  <a:pt x="888" y="1722"/>
                </a:lnTo>
                <a:lnTo>
                  <a:pt x="915" y="1721"/>
                </a:lnTo>
                <a:lnTo>
                  <a:pt x="942" y="1719"/>
                </a:lnTo>
                <a:lnTo>
                  <a:pt x="969" y="1716"/>
                </a:lnTo>
                <a:lnTo>
                  <a:pt x="996" y="1712"/>
                </a:lnTo>
                <a:lnTo>
                  <a:pt x="1022" y="1707"/>
                </a:lnTo>
                <a:lnTo>
                  <a:pt x="1049" y="1702"/>
                </a:lnTo>
                <a:lnTo>
                  <a:pt x="1075" y="1695"/>
                </a:lnTo>
                <a:lnTo>
                  <a:pt x="1101" y="1688"/>
                </a:lnTo>
                <a:lnTo>
                  <a:pt x="1127" y="1680"/>
                </a:lnTo>
                <a:lnTo>
                  <a:pt x="1153" y="1672"/>
                </a:lnTo>
                <a:lnTo>
                  <a:pt x="1178" y="1662"/>
                </a:lnTo>
                <a:lnTo>
                  <a:pt x="1203" y="1652"/>
                </a:lnTo>
                <a:lnTo>
                  <a:pt x="1228" y="1640"/>
                </a:lnTo>
                <a:lnTo>
                  <a:pt x="1252" y="1629"/>
                </a:lnTo>
                <a:lnTo>
                  <a:pt x="1276" y="1616"/>
                </a:lnTo>
                <a:lnTo>
                  <a:pt x="1299" y="1603"/>
                </a:lnTo>
                <a:lnTo>
                  <a:pt x="1322" y="1588"/>
                </a:lnTo>
                <a:lnTo>
                  <a:pt x="1345" y="1574"/>
                </a:lnTo>
                <a:lnTo>
                  <a:pt x="1367" y="1558"/>
                </a:lnTo>
                <a:lnTo>
                  <a:pt x="1389" y="1542"/>
                </a:lnTo>
                <a:lnTo>
                  <a:pt x="1410" y="1525"/>
                </a:lnTo>
                <a:lnTo>
                  <a:pt x="1430" y="1507"/>
                </a:lnTo>
                <a:lnTo>
                  <a:pt x="1450" y="1489"/>
                </a:lnTo>
                <a:lnTo>
                  <a:pt x="1470" y="1470"/>
                </a:lnTo>
                <a:lnTo>
                  <a:pt x="1488" y="1451"/>
                </a:lnTo>
                <a:lnTo>
                  <a:pt x="1507" y="1431"/>
                </a:lnTo>
                <a:lnTo>
                  <a:pt x="1524" y="1410"/>
                </a:lnTo>
                <a:lnTo>
                  <a:pt x="1541" y="1389"/>
                </a:lnTo>
                <a:lnTo>
                  <a:pt x="1557" y="1368"/>
                </a:lnTo>
                <a:lnTo>
                  <a:pt x="1573" y="1346"/>
                </a:lnTo>
                <a:lnTo>
                  <a:pt x="1588" y="1323"/>
                </a:lnTo>
                <a:lnTo>
                  <a:pt x="1602" y="1300"/>
                </a:lnTo>
                <a:lnTo>
                  <a:pt x="1615" y="1276"/>
                </a:lnTo>
                <a:lnTo>
                  <a:pt x="1629" y="1252"/>
                </a:lnTo>
                <a:lnTo>
                  <a:pt x="1641" y="1228"/>
                </a:lnTo>
                <a:lnTo>
                  <a:pt x="1652" y="1204"/>
                </a:lnTo>
                <a:lnTo>
                  <a:pt x="1662" y="1179"/>
                </a:lnTo>
                <a:lnTo>
                  <a:pt x="1672" y="1153"/>
                </a:lnTo>
                <a:lnTo>
                  <a:pt x="1681" y="1128"/>
                </a:lnTo>
                <a:lnTo>
                  <a:pt x="1689" y="1102"/>
                </a:lnTo>
                <a:lnTo>
                  <a:pt x="1696" y="1076"/>
                </a:lnTo>
                <a:lnTo>
                  <a:pt x="1702" y="1050"/>
                </a:lnTo>
                <a:lnTo>
                  <a:pt x="1707" y="1022"/>
                </a:lnTo>
                <a:lnTo>
                  <a:pt x="1712" y="995"/>
                </a:lnTo>
                <a:lnTo>
                  <a:pt x="1716" y="969"/>
                </a:lnTo>
                <a:lnTo>
                  <a:pt x="1719" y="942"/>
                </a:lnTo>
                <a:lnTo>
                  <a:pt x="1721" y="915"/>
                </a:lnTo>
                <a:lnTo>
                  <a:pt x="1722" y="888"/>
                </a:lnTo>
                <a:lnTo>
                  <a:pt x="1723" y="861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3752640" y="210492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3442680" y="1794960"/>
            <a:ext cx="620280" cy="619920"/>
          </a:xfrm>
          <a:custGeom>
            <a:avLst/>
            <a:gdLst/>
            <a:ahLst/>
            <a:rect l="0" t="0" r="r" b="b"/>
            <a:pathLst>
              <a:path w="1723" h="1722">
                <a:moveTo>
                  <a:pt x="253" y="252"/>
                </a:moveTo>
                <a:lnTo>
                  <a:pt x="253" y="1470"/>
                </a:lnTo>
                <a:lnTo>
                  <a:pt x="1470" y="1470"/>
                </a:lnTo>
                <a:lnTo>
                  <a:pt x="1470" y="252"/>
                </a:lnTo>
                <a:lnTo>
                  <a:pt x="253" y="252"/>
                </a:lnTo>
                <a:moveTo>
                  <a:pt x="1723" y="861"/>
                </a:moveTo>
                <a:lnTo>
                  <a:pt x="1722" y="888"/>
                </a:lnTo>
                <a:lnTo>
                  <a:pt x="1721" y="915"/>
                </a:lnTo>
                <a:lnTo>
                  <a:pt x="1719" y="942"/>
                </a:lnTo>
                <a:lnTo>
                  <a:pt x="1716" y="969"/>
                </a:lnTo>
                <a:lnTo>
                  <a:pt x="1712" y="995"/>
                </a:lnTo>
                <a:lnTo>
                  <a:pt x="1707" y="1022"/>
                </a:lnTo>
                <a:lnTo>
                  <a:pt x="1702" y="1050"/>
                </a:lnTo>
                <a:lnTo>
                  <a:pt x="1696" y="1076"/>
                </a:lnTo>
                <a:lnTo>
                  <a:pt x="1689" y="1102"/>
                </a:lnTo>
                <a:lnTo>
                  <a:pt x="1681" y="1128"/>
                </a:lnTo>
                <a:lnTo>
                  <a:pt x="1672" y="1153"/>
                </a:lnTo>
                <a:lnTo>
                  <a:pt x="1662" y="1179"/>
                </a:lnTo>
                <a:lnTo>
                  <a:pt x="1652" y="1204"/>
                </a:lnTo>
                <a:lnTo>
                  <a:pt x="1641" y="1228"/>
                </a:lnTo>
                <a:lnTo>
                  <a:pt x="1629" y="1252"/>
                </a:lnTo>
                <a:lnTo>
                  <a:pt x="1615" y="1276"/>
                </a:lnTo>
                <a:lnTo>
                  <a:pt x="1602" y="1300"/>
                </a:lnTo>
                <a:lnTo>
                  <a:pt x="1588" y="1323"/>
                </a:lnTo>
                <a:lnTo>
                  <a:pt x="1573" y="1346"/>
                </a:lnTo>
                <a:lnTo>
                  <a:pt x="1557" y="1368"/>
                </a:lnTo>
                <a:lnTo>
                  <a:pt x="1541" y="1389"/>
                </a:lnTo>
                <a:lnTo>
                  <a:pt x="1524" y="1410"/>
                </a:lnTo>
                <a:lnTo>
                  <a:pt x="1507" y="1431"/>
                </a:lnTo>
                <a:lnTo>
                  <a:pt x="1488" y="1451"/>
                </a:lnTo>
                <a:lnTo>
                  <a:pt x="1470" y="1470"/>
                </a:lnTo>
                <a:lnTo>
                  <a:pt x="1450" y="1489"/>
                </a:lnTo>
                <a:lnTo>
                  <a:pt x="1430" y="1507"/>
                </a:lnTo>
                <a:lnTo>
                  <a:pt x="1410" y="1525"/>
                </a:lnTo>
                <a:lnTo>
                  <a:pt x="1389" y="1542"/>
                </a:lnTo>
                <a:lnTo>
                  <a:pt x="1367" y="1558"/>
                </a:lnTo>
                <a:lnTo>
                  <a:pt x="1345" y="1574"/>
                </a:lnTo>
                <a:lnTo>
                  <a:pt x="1322" y="1588"/>
                </a:lnTo>
                <a:lnTo>
                  <a:pt x="1299" y="1603"/>
                </a:lnTo>
                <a:lnTo>
                  <a:pt x="1276" y="1616"/>
                </a:lnTo>
                <a:lnTo>
                  <a:pt x="1252" y="1629"/>
                </a:lnTo>
                <a:lnTo>
                  <a:pt x="1228" y="1640"/>
                </a:lnTo>
                <a:lnTo>
                  <a:pt x="1203" y="1652"/>
                </a:lnTo>
                <a:lnTo>
                  <a:pt x="1178" y="1662"/>
                </a:lnTo>
                <a:lnTo>
                  <a:pt x="1153" y="1672"/>
                </a:lnTo>
                <a:lnTo>
                  <a:pt x="1127" y="1680"/>
                </a:lnTo>
                <a:lnTo>
                  <a:pt x="1101" y="1688"/>
                </a:lnTo>
                <a:lnTo>
                  <a:pt x="1075" y="1695"/>
                </a:lnTo>
                <a:lnTo>
                  <a:pt x="1049" y="1702"/>
                </a:lnTo>
                <a:lnTo>
                  <a:pt x="1022" y="1707"/>
                </a:lnTo>
                <a:lnTo>
                  <a:pt x="996" y="1712"/>
                </a:lnTo>
                <a:lnTo>
                  <a:pt x="969" y="1716"/>
                </a:lnTo>
                <a:lnTo>
                  <a:pt x="942" y="1719"/>
                </a:lnTo>
                <a:lnTo>
                  <a:pt x="915" y="1721"/>
                </a:lnTo>
                <a:lnTo>
                  <a:pt x="888" y="1722"/>
                </a:lnTo>
                <a:lnTo>
                  <a:pt x="861" y="1722"/>
                </a:lnTo>
                <a:lnTo>
                  <a:pt x="834" y="1722"/>
                </a:lnTo>
                <a:lnTo>
                  <a:pt x="807" y="1721"/>
                </a:lnTo>
                <a:lnTo>
                  <a:pt x="780" y="1719"/>
                </a:lnTo>
                <a:lnTo>
                  <a:pt x="753" y="1716"/>
                </a:lnTo>
                <a:lnTo>
                  <a:pt x="726" y="1712"/>
                </a:lnTo>
                <a:lnTo>
                  <a:pt x="700" y="1707"/>
                </a:lnTo>
                <a:lnTo>
                  <a:pt x="673" y="1702"/>
                </a:lnTo>
                <a:lnTo>
                  <a:pt x="647" y="1695"/>
                </a:lnTo>
                <a:lnTo>
                  <a:pt x="621" y="1688"/>
                </a:lnTo>
                <a:lnTo>
                  <a:pt x="595" y="1680"/>
                </a:lnTo>
                <a:lnTo>
                  <a:pt x="570" y="1672"/>
                </a:lnTo>
                <a:lnTo>
                  <a:pt x="544" y="1662"/>
                </a:lnTo>
                <a:lnTo>
                  <a:pt x="519" y="1652"/>
                </a:lnTo>
                <a:lnTo>
                  <a:pt x="495" y="1640"/>
                </a:lnTo>
                <a:lnTo>
                  <a:pt x="470" y="1629"/>
                </a:lnTo>
                <a:lnTo>
                  <a:pt x="446" y="1616"/>
                </a:lnTo>
                <a:lnTo>
                  <a:pt x="423" y="1603"/>
                </a:lnTo>
                <a:lnTo>
                  <a:pt x="400" y="1588"/>
                </a:lnTo>
                <a:lnTo>
                  <a:pt x="377" y="1574"/>
                </a:lnTo>
                <a:lnTo>
                  <a:pt x="355" y="1558"/>
                </a:lnTo>
                <a:lnTo>
                  <a:pt x="334" y="1542"/>
                </a:lnTo>
                <a:lnTo>
                  <a:pt x="313" y="1525"/>
                </a:lnTo>
                <a:lnTo>
                  <a:pt x="292" y="1507"/>
                </a:lnTo>
                <a:lnTo>
                  <a:pt x="272" y="1489"/>
                </a:lnTo>
                <a:lnTo>
                  <a:pt x="253" y="1470"/>
                </a:lnTo>
                <a:lnTo>
                  <a:pt x="234" y="1451"/>
                </a:lnTo>
                <a:lnTo>
                  <a:pt x="216" y="1431"/>
                </a:lnTo>
                <a:lnTo>
                  <a:pt x="198" y="1410"/>
                </a:lnTo>
                <a:lnTo>
                  <a:pt x="181" y="1389"/>
                </a:lnTo>
                <a:lnTo>
                  <a:pt x="165" y="1368"/>
                </a:lnTo>
                <a:lnTo>
                  <a:pt x="149" y="1346"/>
                </a:lnTo>
                <a:lnTo>
                  <a:pt x="134" y="1323"/>
                </a:lnTo>
                <a:lnTo>
                  <a:pt x="120" y="1300"/>
                </a:lnTo>
                <a:lnTo>
                  <a:pt x="107" y="1276"/>
                </a:lnTo>
                <a:lnTo>
                  <a:pt x="94" y="1252"/>
                </a:lnTo>
                <a:lnTo>
                  <a:pt x="82" y="1228"/>
                </a:lnTo>
                <a:lnTo>
                  <a:pt x="71" y="1204"/>
                </a:lnTo>
                <a:lnTo>
                  <a:pt x="61" y="1179"/>
                </a:lnTo>
                <a:lnTo>
                  <a:pt x="51" y="1153"/>
                </a:lnTo>
                <a:lnTo>
                  <a:pt x="43" y="1128"/>
                </a:lnTo>
                <a:lnTo>
                  <a:pt x="35" y="1102"/>
                </a:lnTo>
                <a:lnTo>
                  <a:pt x="28" y="1076"/>
                </a:lnTo>
                <a:lnTo>
                  <a:pt x="21" y="1050"/>
                </a:lnTo>
                <a:lnTo>
                  <a:pt x="16" y="1022"/>
                </a:lnTo>
                <a:lnTo>
                  <a:pt x="11" y="995"/>
                </a:lnTo>
                <a:lnTo>
                  <a:pt x="7" y="969"/>
                </a:lnTo>
                <a:lnTo>
                  <a:pt x="4" y="942"/>
                </a:lnTo>
                <a:lnTo>
                  <a:pt x="2" y="915"/>
                </a:lnTo>
                <a:lnTo>
                  <a:pt x="1" y="888"/>
                </a:lnTo>
                <a:lnTo>
                  <a:pt x="0" y="861"/>
                </a:lnTo>
                <a:lnTo>
                  <a:pt x="1" y="834"/>
                </a:lnTo>
                <a:lnTo>
                  <a:pt x="2" y="807"/>
                </a:lnTo>
                <a:lnTo>
                  <a:pt x="4" y="780"/>
                </a:lnTo>
                <a:lnTo>
                  <a:pt x="7" y="753"/>
                </a:lnTo>
                <a:lnTo>
                  <a:pt x="11" y="726"/>
                </a:lnTo>
                <a:lnTo>
                  <a:pt x="16" y="700"/>
                </a:lnTo>
                <a:lnTo>
                  <a:pt x="21" y="673"/>
                </a:lnTo>
                <a:lnTo>
                  <a:pt x="28" y="647"/>
                </a:lnTo>
                <a:lnTo>
                  <a:pt x="35" y="621"/>
                </a:lnTo>
                <a:lnTo>
                  <a:pt x="43" y="595"/>
                </a:lnTo>
                <a:lnTo>
                  <a:pt x="51" y="569"/>
                </a:lnTo>
                <a:lnTo>
                  <a:pt x="61" y="544"/>
                </a:lnTo>
                <a:lnTo>
                  <a:pt x="71" y="519"/>
                </a:lnTo>
                <a:lnTo>
                  <a:pt x="82" y="494"/>
                </a:lnTo>
                <a:lnTo>
                  <a:pt x="94" y="470"/>
                </a:lnTo>
                <a:lnTo>
                  <a:pt x="107" y="446"/>
                </a:lnTo>
                <a:lnTo>
                  <a:pt x="120" y="423"/>
                </a:lnTo>
                <a:lnTo>
                  <a:pt x="134" y="400"/>
                </a:lnTo>
                <a:lnTo>
                  <a:pt x="149" y="377"/>
                </a:lnTo>
                <a:lnTo>
                  <a:pt x="165" y="355"/>
                </a:lnTo>
                <a:lnTo>
                  <a:pt x="181" y="333"/>
                </a:lnTo>
                <a:lnTo>
                  <a:pt x="198" y="312"/>
                </a:lnTo>
                <a:lnTo>
                  <a:pt x="216" y="292"/>
                </a:lnTo>
                <a:lnTo>
                  <a:pt x="234" y="272"/>
                </a:lnTo>
                <a:lnTo>
                  <a:pt x="253" y="252"/>
                </a:lnTo>
                <a:lnTo>
                  <a:pt x="272" y="233"/>
                </a:lnTo>
                <a:lnTo>
                  <a:pt x="292" y="215"/>
                </a:lnTo>
                <a:lnTo>
                  <a:pt x="313" y="198"/>
                </a:lnTo>
                <a:lnTo>
                  <a:pt x="334" y="181"/>
                </a:lnTo>
                <a:lnTo>
                  <a:pt x="355" y="165"/>
                </a:lnTo>
                <a:lnTo>
                  <a:pt x="377" y="149"/>
                </a:lnTo>
                <a:lnTo>
                  <a:pt x="400" y="134"/>
                </a:lnTo>
                <a:lnTo>
                  <a:pt x="423" y="120"/>
                </a:lnTo>
                <a:lnTo>
                  <a:pt x="446" y="107"/>
                </a:lnTo>
                <a:lnTo>
                  <a:pt x="470" y="94"/>
                </a:lnTo>
                <a:lnTo>
                  <a:pt x="495" y="82"/>
                </a:lnTo>
                <a:lnTo>
                  <a:pt x="519" y="71"/>
                </a:lnTo>
                <a:lnTo>
                  <a:pt x="544" y="61"/>
                </a:lnTo>
                <a:lnTo>
                  <a:pt x="570" y="51"/>
                </a:lnTo>
                <a:lnTo>
                  <a:pt x="595" y="42"/>
                </a:lnTo>
                <a:lnTo>
                  <a:pt x="621" y="34"/>
                </a:lnTo>
                <a:lnTo>
                  <a:pt x="647" y="27"/>
                </a:lnTo>
                <a:lnTo>
                  <a:pt x="673" y="21"/>
                </a:lnTo>
                <a:lnTo>
                  <a:pt x="700" y="15"/>
                </a:lnTo>
                <a:lnTo>
                  <a:pt x="726" y="11"/>
                </a:lnTo>
                <a:lnTo>
                  <a:pt x="753" y="7"/>
                </a:lnTo>
                <a:lnTo>
                  <a:pt x="780" y="4"/>
                </a:lnTo>
                <a:lnTo>
                  <a:pt x="807" y="2"/>
                </a:lnTo>
                <a:lnTo>
                  <a:pt x="834" y="1"/>
                </a:lnTo>
                <a:lnTo>
                  <a:pt x="861" y="0"/>
                </a:lnTo>
                <a:lnTo>
                  <a:pt x="888" y="1"/>
                </a:lnTo>
                <a:lnTo>
                  <a:pt x="915" y="2"/>
                </a:lnTo>
                <a:lnTo>
                  <a:pt x="942" y="4"/>
                </a:lnTo>
                <a:lnTo>
                  <a:pt x="969" y="7"/>
                </a:lnTo>
                <a:lnTo>
                  <a:pt x="996" y="11"/>
                </a:lnTo>
                <a:lnTo>
                  <a:pt x="1022" y="15"/>
                </a:lnTo>
                <a:lnTo>
                  <a:pt x="1049" y="21"/>
                </a:lnTo>
                <a:lnTo>
                  <a:pt x="1075" y="27"/>
                </a:lnTo>
                <a:lnTo>
                  <a:pt x="1101" y="34"/>
                </a:lnTo>
                <a:lnTo>
                  <a:pt x="1127" y="42"/>
                </a:lnTo>
                <a:lnTo>
                  <a:pt x="1153" y="51"/>
                </a:lnTo>
                <a:lnTo>
                  <a:pt x="1178" y="61"/>
                </a:lnTo>
                <a:lnTo>
                  <a:pt x="1203" y="71"/>
                </a:lnTo>
                <a:lnTo>
                  <a:pt x="1228" y="82"/>
                </a:lnTo>
                <a:lnTo>
                  <a:pt x="1252" y="94"/>
                </a:lnTo>
                <a:lnTo>
                  <a:pt x="1276" y="107"/>
                </a:lnTo>
                <a:lnTo>
                  <a:pt x="1299" y="120"/>
                </a:lnTo>
                <a:lnTo>
                  <a:pt x="1322" y="134"/>
                </a:lnTo>
                <a:lnTo>
                  <a:pt x="1345" y="149"/>
                </a:lnTo>
                <a:lnTo>
                  <a:pt x="1367" y="165"/>
                </a:lnTo>
                <a:lnTo>
                  <a:pt x="1389" y="181"/>
                </a:lnTo>
                <a:lnTo>
                  <a:pt x="1410" y="198"/>
                </a:lnTo>
                <a:lnTo>
                  <a:pt x="1430" y="215"/>
                </a:lnTo>
                <a:lnTo>
                  <a:pt x="1450" y="233"/>
                </a:lnTo>
                <a:lnTo>
                  <a:pt x="1470" y="252"/>
                </a:lnTo>
                <a:lnTo>
                  <a:pt x="1488" y="272"/>
                </a:lnTo>
                <a:lnTo>
                  <a:pt x="1507" y="292"/>
                </a:lnTo>
                <a:lnTo>
                  <a:pt x="1524" y="312"/>
                </a:lnTo>
                <a:lnTo>
                  <a:pt x="1541" y="333"/>
                </a:lnTo>
                <a:lnTo>
                  <a:pt x="1557" y="355"/>
                </a:lnTo>
                <a:lnTo>
                  <a:pt x="1573" y="377"/>
                </a:lnTo>
                <a:lnTo>
                  <a:pt x="1588" y="400"/>
                </a:lnTo>
                <a:lnTo>
                  <a:pt x="1602" y="423"/>
                </a:lnTo>
                <a:lnTo>
                  <a:pt x="1615" y="446"/>
                </a:lnTo>
                <a:lnTo>
                  <a:pt x="1629" y="470"/>
                </a:lnTo>
                <a:lnTo>
                  <a:pt x="1641" y="494"/>
                </a:lnTo>
                <a:lnTo>
                  <a:pt x="1652" y="519"/>
                </a:lnTo>
                <a:lnTo>
                  <a:pt x="1662" y="544"/>
                </a:lnTo>
                <a:lnTo>
                  <a:pt x="1672" y="569"/>
                </a:lnTo>
                <a:lnTo>
                  <a:pt x="1681" y="595"/>
                </a:lnTo>
                <a:lnTo>
                  <a:pt x="1689" y="621"/>
                </a:lnTo>
                <a:lnTo>
                  <a:pt x="1696" y="647"/>
                </a:lnTo>
                <a:lnTo>
                  <a:pt x="1702" y="673"/>
                </a:lnTo>
                <a:lnTo>
                  <a:pt x="1707" y="700"/>
                </a:lnTo>
                <a:lnTo>
                  <a:pt x="1712" y="726"/>
                </a:lnTo>
                <a:lnTo>
                  <a:pt x="1716" y="753"/>
                </a:lnTo>
                <a:lnTo>
                  <a:pt x="1719" y="780"/>
                </a:lnTo>
                <a:lnTo>
                  <a:pt x="1721" y="807"/>
                </a:lnTo>
                <a:lnTo>
                  <a:pt x="1722" y="834"/>
                </a:lnTo>
                <a:lnTo>
                  <a:pt x="1723" y="861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4457520" y="1896120"/>
            <a:ext cx="494928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fffeff"/>
                </a:solidFill>
                <a:latin typeface="SourceSans3"/>
                <a:ea typeface="SourceSans3"/>
              </a:rPr>
              <a:t>The descending divider line stays green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04" name="" descr=""/>
          <p:cNvPicPr/>
          <p:nvPr/>
        </p:nvPicPr>
        <p:blipFill>
          <a:blip r:embed="rId3"/>
          <a:stretch/>
        </p:blipFill>
        <p:spPr>
          <a:xfrm>
            <a:off x="3547800" y="2450520"/>
            <a:ext cx="600120" cy="603000"/>
          </a:xfrm>
          <a:prstGeom prst="rect">
            <a:avLst/>
          </a:prstGeom>
          <a:ln w="0">
            <a:noFill/>
          </a:ln>
        </p:spPr>
      </p:pic>
      <p:sp>
        <p:nvSpPr>
          <p:cNvPr id="205" name=""/>
          <p:cNvSpPr/>
          <p:nvPr/>
        </p:nvSpPr>
        <p:spPr>
          <a:xfrm>
            <a:off x="3547800" y="2450520"/>
            <a:ext cx="600840" cy="603720"/>
          </a:xfrm>
          <a:custGeom>
            <a:avLst/>
            <a:gdLst/>
            <a:ahLst/>
            <a:rect l="0" t="0" r="r" b="b"/>
            <a:pathLst>
              <a:path w="1669" h="1677">
                <a:moveTo>
                  <a:pt x="0" y="0"/>
                </a:moveTo>
                <a:lnTo>
                  <a:pt x="1669" y="0"/>
                </a:lnTo>
                <a:lnTo>
                  <a:pt x="1669" y="1677"/>
                </a:lnTo>
                <a:lnTo>
                  <a:pt x="0" y="167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3683880" y="2579040"/>
            <a:ext cx="271440" cy="271440"/>
          </a:xfrm>
          <a:custGeom>
            <a:avLst/>
            <a:gdLst/>
            <a:ahLst/>
            <a:rect l="0" t="0" r="r" b="b"/>
            <a:pathLst>
              <a:path w="754" h="754">
                <a:moveTo>
                  <a:pt x="376" y="376"/>
                </a:moveTo>
                <a:lnTo>
                  <a:pt x="376" y="376"/>
                </a:lnTo>
                <a:moveTo>
                  <a:pt x="754" y="376"/>
                </a:moveTo>
                <a:lnTo>
                  <a:pt x="754" y="364"/>
                </a:lnTo>
                <a:lnTo>
                  <a:pt x="753" y="352"/>
                </a:lnTo>
                <a:lnTo>
                  <a:pt x="752" y="341"/>
                </a:lnTo>
                <a:lnTo>
                  <a:pt x="751" y="329"/>
                </a:lnTo>
                <a:lnTo>
                  <a:pt x="749" y="317"/>
                </a:lnTo>
                <a:lnTo>
                  <a:pt x="747" y="306"/>
                </a:lnTo>
                <a:lnTo>
                  <a:pt x="745" y="294"/>
                </a:lnTo>
                <a:lnTo>
                  <a:pt x="742" y="282"/>
                </a:lnTo>
                <a:lnTo>
                  <a:pt x="739" y="271"/>
                </a:lnTo>
                <a:lnTo>
                  <a:pt x="735" y="260"/>
                </a:lnTo>
                <a:lnTo>
                  <a:pt x="732" y="249"/>
                </a:lnTo>
                <a:lnTo>
                  <a:pt x="727" y="238"/>
                </a:lnTo>
                <a:lnTo>
                  <a:pt x="723" y="227"/>
                </a:lnTo>
                <a:lnTo>
                  <a:pt x="718" y="216"/>
                </a:lnTo>
                <a:lnTo>
                  <a:pt x="713" y="205"/>
                </a:lnTo>
                <a:lnTo>
                  <a:pt x="707" y="195"/>
                </a:lnTo>
                <a:lnTo>
                  <a:pt x="701" y="184"/>
                </a:lnTo>
                <a:lnTo>
                  <a:pt x="695" y="174"/>
                </a:lnTo>
                <a:lnTo>
                  <a:pt x="689" y="164"/>
                </a:lnTo>
                <a:lnTo>
                  <a:pt x="681" y="155"/>
                </a:lnTo>
                <a:lnTo>
                  <a:pt x="674" y="145"/>
                </a:lnTo>
                <a:lnTo>
                  <a:pt x="666" y="136"/>
                </a:lnTo>
                <a:lnTo>
                  <a:pt x="659" y="127"/>
                </a:lnTo>
                <a:lnTo>
                  <a:pt x="651" y="118"/>
                </a:lnTo>
                <a:lnTo>
                  <a:pt x="643" y="110"/>
                </a:lnTo>
                <a:lnTo>
                  <a:pt x="634" y="102"/>
                </a:lnTo>
                <a:lnTo>
                  <a:pt x="625" y="94"/>
                </a:lnTo>
                <a:lnTo>
                  <a:pt x="616" y="86"/>
                </a:lnTo>
                <a:lnTo>
                  <a:pt x="607" y="79"/>
                </a:lnTo>
                <a:lnTo>
                  <a:pt x="598" y="72"/>
                </a:lnTo>
                <a:lnTo>
                  <a:pt x="588" y="65"/>
                </a:lnTo>
                <a:lnTo>
                  <a:pt x="578" y="58"/>
                </a:lnTo>
                <a:lnTo>
                  <a:pt x="568" y="52"/>
                </a:lnTo>
                <a:lnTo>
                  <a:pt x="558" y="46"/>
                </a:lnTo>
                <a:lnTo>
                  <a:pt x="547" y="41"/>
                </a:lnTo>
                <a:lnTo>
                  <a:pt x="537" y="35"/>
                </a:lnTo>
                <a:lnTo>
                  <a:pt x="526" y="31"/>
                </a:lnTo>
                <a:lnTo>
                  <a:pt x="515" y="26"/>
                </a:lnTo>
                <a:lnTo>
                  <a:pt x="504" y="22"/>
                </a:lnTo>
                <a:lnTo>
                  <a:pt x="493" y="18"/>
                </a:lnTo>
                <a:lnTo>
                  <a:pt x="481" y="15"/>
                </a:lnTo>
                <a:lnTo>
                  <a:pt x="470" y="11"/>
                </a:lnTo>
                <a:lnTo>
                  <a:pt x="458" y="9"/>
                </a:lnTo>
                <a:lnTo>
                  <a:pt x="447" y="6"/>
                </a:lnTo>
                <a:lnTo>
                  <a:pt x="435" y="4"/>
                </a:lnTo>
                <a:lnTo>
                  <a:pt x="423" y="3"/>
                </a:lnTo>
                <a:lnTo>
                  <a:pt x="412" y="1"/>
                </a:lnTo>
                <a:lnTo>
                  <a:pt x="400" y="0"/>
                </a:lnTo>
                <a:lnTo>
                  <a:pt x="388" y="0"/>
                </a:lnTo>
                <a:lnTo>
                  <a:pt x="376" y="0"/>
                </a:lnTo>
                <a:lnTo>
                  <a:pt x="364" y="0"/>
                </a:lnTo>
                <a:lnTo>
                  <a:pt x="353" y="0"/>
                </a:lnTo>
                <a:lnTo>
                  <a:pt x="341" y="1"/>
                </a:lnTo>
                <a:lnTo>
                  <a:pt x="329" y="3"/>
                </a:lnTo>
                <a:lnTo>
                  <a:pt x="317" y="4"/>
                </a:lnTo>
                <a:lnTo>
                  <a:pt x="306" y="6"/>
                </a:lnTo>
                <a:lnTo>
                  <a:pt x="294" y="9"/>
                </a:lnTo>
                <a:lnTo>
                  <a:pt x="283" y="11"/>
                </a:lnTo>
                <a:lnTo>
                  <a:pt x="271" y="15"/>
                </a:lnTo>
                <a:lnTo>
                  <a:pt x="260" y="18"/>
                </a:lnTo>
                <a:lnTo>
                  <a:pt x="249" y="22"/>
                </a:lnTo>
                <a:lnTo>
                  <a:pt x="238" y="26"/>
                </a:lnTo>
                <a:lnTo>
                  <a:pt x="227" y="31"/>
                </a:lnTo>
                <a:lnTo>
                  <a:pt x="216" y="35"/>
                </a:lnTo>
                <a:lnTo>
                  <a:pt x="205" y="41"/>
                </a:lnTo>
                <a:lnTo>
                  <a:pt x="195" y="46"/>
                </a:lnTo>
                <a:lnTo>
                  <a:pt x="185" y="52"/>
                </a:lnTo>
                <a:lnTo>
                  <a:pt x="175" y="58"/>
                </a:lnTo>
                <a:lnTo>
                  <a:pt x="165" y="65"/>
                </a:lnTo>
                <a:lnTo>
                  <a:pt x="155" y="72"/>
                </a:lnTo>
                <a:lnTo>
                  <a:pt x="146" y="79"/>
                </a:lnTo>
                <a:lnTo>
                  <a:pt x="136" y="86"/>
                </a:lnTo>
                <a:lnTo>
                  <a:pt x="127" y="94"/>
                </a:lnTo>
                <a:lnTo>
                  <a:pt x="119" y="102"/>
                </a:lnTo>
                <a:lnTo>
                  <a:pt x="110" y="110"/>
                </a:lnTo>
                <a:lnTo>
                  <a:pt x="102" y="118"/>
                </a:lnTo>
                <a:lnTo>
                  <a:pt x="94" y="127"/>
                </a:lnTo>
                <a:lnTo>
                  <a:pt x="86" y="136"/>
                </a:lnTo>
                <a:lnTo>
                  <a:pt x="79" y="145"/>
                </a:lnTo>
                <a:lnTo>
                  <a:pt x="72" y="155"/>
                </a:lnTo>
                <a:lnTo>
                  <a:pt x="65" y="164"/>
                </a:lnTo>
                <a:lnTo>
                  <a:pt x="58" y="174"/>
                </a:lnTo>
                <a:lnTo>
                  <a:pt x="52" y="184"/>
                </a:lnTo>
                <a:lnTo>
                  <a:pt x="46" y="195"/>
                </a:lnTo>
                <a:lnTo>
                  <a:pt x="41" y="205"/>
                </a:lnTo>
                <a:lnTo>
                  <a:pt x="36" y="216"/>
                </a:lnTo>
                <a:lnTo>
                  <a:pt x="31" y="227"/>
                </a:lnTo>
                <a:lnTo>
                  <a:pt x="26" y="238"/>
                </a:lnTo>
                <a:lnTo>
                  <a:pt x="22" y="249"/>
                </a:lnTo>
                <a:lnTo>
                  <a:pt x="18" y="260"/>
                </a:lnTo>
                <a:lnTo>
                  <a:pt x="15" y="271"/>
                </a:lnTo>
                <a:lnTo>
                  <a:pt x="12" y="282"/>
                </a:lnTo>
                <a:lnTo>
                  <a:pt x="9" y="294"/>
                </a:lnTo>
                <a:lnTo>
                  <a:pt x="6" y="306"/>
                </a:lnTo>
                <a:lnTo>
                  <a:pt x="4" y="317"/>
                </a:lnTo>
                <a:lnTo>
                  <a:pt x="3" y="329"/>
                </a:lnTo>
                <a:lnTo>
                  <a:pt x="1" y="341"/>
                </a:lnTo>
                <a:lnTo>
                  <a:pt x="1" y="352"/>
                </a:lnTo>
                <a:lnTo>
                  <a:pt x="0" y="364"/>
                </a:lnTo>
                <a:lnTo>
                  <a:pt x="0" y="376"/>
                </a:lnTo>
                <a:lnTo>
                  <a:pt x="0" y="388"/>
                </a:lnTo>
                <a:lnTo>
                  <a:pt x="1" y="400"/>
                </a:lnTo>
                <a:lnTo>
                  <a:pt x="1" y="412"/>
                </a:lnTo>
                <a:lnTo>
                  <a:pt x="3" y="423"/>
                </a:lnTo>
                <a:lnTo>
                  <a:pt x="4" y="435"/>
                </a:lnTo>
                <a:lnTo>
                  <a:pt x="6" y="447"/>
                </a:lnTo>
                <a:lnTo>
                  <a:pt x="9" y="458"/>
                </a:lnTo>
                <a:lnTo>
                  <a:pt x="12" y="470"/>
                </a:lnTo>
                <a:lnTo>
                  <a:pt x="15" y="481"/>
                </a:lnTo>
                <a:lnTo>
                  <a:pt x="18" y="492"/>
                </a:lnTo>
                <a:lnTo>
                  <a:pt x="22" y="504"/>
                </a:lnTo>
                <a:lnTo>
                  <a:pt x="26" y="515"/>
                </a:lnTo>
                <a:lnTo>
                  <a:pt x="31" y="526"/>
                </a:lnTo>
                <a:lnTo>
                  <a:pt x="36" y="536"/>
                </a:lnTo>
                <a:lnTo>
                  <a:pt x="41" y="547"/>
                </a:lnTo>
                <a:lnTo>
                  <a:pt x="46" y="558"/>
                </a:lnTo>
                <a:lnTo>
                  <a:pt x="52" y="568"/>
                </a:lnTo>
                <a:lnTo>
                  <a:pt x="58" y="578"/>
                </a:lnTo>
                <a:lnTo>
                  <a:pt x="65" y="588"/>
                </a:lnTo>
                <a:lnTo>
                  <a:pt x="72" y="597"/>
                </a:lnTo>
                <a:lnTo>
                  <a:pt x="79" y="607"/>
                </a:lnTo>
                <a:lnTo>
                  <a:pt x="86" y="616"/>
                </a:lnTo>
                <a:lnTo>
                  <a:pt x="94" y="625"/>
                </a:lnTo>
                <a:lnTo>
                  <a:pt x="102" y="634"/>
                </a:lnTo>
                <a:lnTo>
                  <a:pt x="110" y="642"/>
                </a:lnTo>
                <a:lnTo>
                  <a:pt x="119" y="651"/>
                </a:lnTo>
                <a:lnTo>
                  <a:pt x="127" y="659"/>
                </a:lnTo>
                <a:lnTo>
                  <a:pt x="136" y="666"/>
                </a:lnTo>
                <a:lnTo>
                  <a:pt x="146" y="674"/>
                </a:lnTo>
                <a:lnTo>
                  <a:pt x="155" y="681"/>
                </a:lnTo>
                <a:lnTo>
                  <a:pt x="165" y="688"/>
                </a:lnTo>
                <a:lnTo>
                  <a:pt x="175" y="694"/>
                </a:lnTo>
                <a:lnTo>
                  <a:pt x="185" y="700"/>
                </a:lnTo>
                <a:lnTo>
                  <a:pt x="195" y="706"/>
                </a:lnTo>
                <a:lnTo>
                  <a:pt x="205" y="712"/>
                </a:lnTo>
                <a:lnTo>
                  <a:pt x="216" y="717"/>
                </a:lnTo>
                <a:lnTo>
                  <a:pt x="227" y="722"/>
                </a:lnTo>
                <a:lnTo>
                  <a:pt x="238" y="726"/>
                </a:lnTo>
                <a:lnTo>
                  <a:pt x="249" y="730"/>
                </a:lnTo>
                <a:lnTo>
                  <a:pt x="260" y="734"/>
                </a:lnTo>
                <a:lnTo>
                  <a:pt x="271" y="738"/>
                </a:lnTo>
                <a:lnTo>
                  <a:pt x="283" y="741"/>
                </a:lnTo>
                <a:lnTo>
                  <a:pt x="294" y="745"/>
                </a:lnTo>
                <a:lnTo>
                  <a:pt x="306" y="747"/>
                </a:lnTo>
                <a:lnTo>
                  <a:pt x="317" y="749"/>
                </a:lnTo>
                <a:lnTo>
                  <a:pt x="329" y="751"/>
                </a:lnTo>
                <a:lnTo>
                  <a:pt x="341" y="752"/>
                </a:lnTo>
                <a:lnTo>
                  <a:pt x="353" y="753"/>
                </a:lnTo>
                <a:lnTo>
                  <a:pt x="364" y="753"/>
                </a:lnTo>
                <a:lnTo>
                  <a:pt x="376" y="754"/>
                </a:lnTo>
                <a:lnTo>
                  <a:pt x="388" y="753"/>
                </a:lnTo>
                <a:lnTo>
                  <a:pt x="400" y="753"/>
                </a:lnTo>
                <a:lnTo>
                  <a:pt x="412" y="752"/>
                </a:lnTo>
                <a:lnTo>
                  <a:pt x="423" y="751"/>
                </a:lnTo>
                <a:lnTo>
                  <a:pt x="435" y="749"/>
                </a:lnTo>
                <a:lnTo>
                  <a:pt x="447" y="747"/>
                </a:lnTo>
                <a:lnTo>
                  <a:pt x="458" y="745"/>
                </a:lnTo>
                <a:lnTo>
                  <a:pt x="470" y="741"/>
                </a:lnTo>
                <a:lnTo>
                  <a:pt x="481" y="738"/>
                </a:lnTo>
                <a:lnTo>
                  <a:pt x="493" y="734"/>
                </a:lnTo>
                <a:lnTo>
                  <a:pt x="504" y="730"/>
                </a:lnTo>
                <a:lnTo>
                  <a:pt x="515" y="726"/>
                </a:lnTo>
                <a:lnTo>
                  <a:pt x="526" y="722"/>
                </a:lnTo>
                <a:lnTo>
                  <a:pt x="537" y="717"/>
                </a:lnTo>
                <a:lnTo>
                  <a:pt x="547" y="712"/>
                </a:lnTo>
                <a:lnTo>
                  <a:pt x="558" y="706"/>
                </a:lnTo>
                <a:lnTo>
                  <a:pt x="568" y="700"/>
                </a:lnTo>
                <a:lnTo>
                  <a:pt x="578" y="694"/>
                </a:lnTo>
                <a:lnTo>
                  <a:pt x="588" y="688"/>
                </a:lnTo>
                <a:lnTo>
                  <a:pt x="598" y="681"/>
                </a:lnTo>
                <a:lnTo>
                  <a:pt x="607" y="674"/>
                </a:lnTo>
                <a:lnTo>
                  <a:pt x="616" y="666"/>
                </a:lnTo>
                <a:lnTo>
                  <a:pt x="625" y="659"/>
                </a:lnTo>
                <a:lnTo>
                  <a:pt x="634" y="651"/>
                </a:lnTo>
                <a:lnTo>
                  <a:pt x="643" y="642"/>
                </a:lnTo>
                <a:lnTo>
                  <a:pt x="651" y="634"/>
                </a:lnTo>
                <a:lnTo>
                  <a:pt x="659" y="625"/>
                </a:lnTo>
                <a:lnTo>
                  <a:pt x="666" y="616"/>
                </a:lnTo>
                <a:lnTo>
                  <a:pt x="674" y="607"/>
                </a:lnTo>
                <a:lnTo>
                  <a:pt x="681" y="597"/>
                </a:lnTo>
                <a:lnTo>
                  <a:pt x="689" y="588"/>
                </a:lnTo>
                <a:lnTo>
                  <a:pt x="695" y="578"/>
                </a:lnTo>
                <a:lnTo>
                  <a:pt x="701" y="568"/>
                </a:lnTo>
                <a:lnTo>
                  <a:pt x="707" y="558"/>
                </a:lnTo>
                <a:lnTo>
                  <a:pt x="713" y="547"/>
                </a:lnTo>
                <a:lnTo>
                  <a:pt x="718" y="536"/>
                </a:lnTo>
                <a:lnTo>
                  <a:pt x="723" y="526"/>
                </a:lnTo>
                <a:lnTo>
                  <a:pt x="727" y="515"/>
                </a:lnTo>
                <a:lnTo>
                  <a:pt x="732" y="504"/>
                </a:lnTo>
                <a:lnTo>
                  <a:pt x="735" y="492"/>
                </a:lnTo>
                <a:lnTo>
                  <a:pt x="739" y="481"/>
                </a:lnTo>
                <a:lnTo>
                  <a:pt x="742" y="470"/>
                </a:lnTo>
                <a:lnTo>
                  <a:pt x="745" y="458"/>
                </a:lnTo>
                <a:lnTo>
                  <a:pt x="747" y="447"/>
                </a:lnTo>
                <a:lnTo>
                  <a:pt x="749" y="435"/>
                </a:lnTo>
                <a:lnTo>
                  <a:pt x="751" y="423"/>
                </a:lnTo>
                <a:lnTo>
                  <a:pt x="752" y="412"/>
                </a:lnTo>
                <a:lnTo>
                  <a:pt x="753" y="400"/>
                </a:lnTo>
                <a:lnTo>
                  <a:pt x="754" y="388"/>
                </a:lnTo>
                <a:lnTo>
                  <a:pt x="754" y="376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3682440" y="2577600"/>
            <a:ext cx="273960" cy="273960"/>
          </a:xfrm>
          <a:custGeom>
            <a:avLst/>
            <a:gdLst/>
            <a:ahLst/>
            <a:rect l="0" t="0" r="r" b="b"/>
            <a:pathLst>
              <a:path w="761" h="761">
                <a:moveTo>
                  <a:pt x="758" y="381"/>
                </a:moveTo>
                <a:lnTo>
                  <a:pt x="758" y="393"/>
                </a:lnTo>
                <a:lnTo>
                  <a:pt x="757" y="405"/>
                </a:lnTo>
                <a:lnTo>
                  <a:pt x="756" y="417"/>
                </a:lnTo>
                <a:lnTo>
                  <a:pt x="755" y="428"/>
                </a:lnTo>
                <a:lnTo>
                  <a:pt x="753" y="440"/>
                </a:lnTo>
                <a:lnTo>
                  <a:pt x="751" y="452"/>
                </a:lnTo>
                <a:lnTo>
                  <a:pt x="749" y="463"/>
                </a:lnTo>
                <a:lnTo>
                  <a:pt x="746" y="475"/>
                </a:lnTo>
                <a:lnTo>
                  <a:pt x="743" y="486"/>
                </a:lnTo>
                <a:lnTo>
                  <a:pt x="739" y="497"/>
                </a:lnTo>
                <a:lnTo>
                  <a:pt x="736" y="509"/>
                </a:lnTo>
                <a:lnTo>
                  <a:pt x="731" y="520"/>
                </a:lnTo>
                <a:lnTo>
                  <a:pt x="727" y="531"/>
                </a:lnTo>
                <a:lnTo>
                  <a:pt x="722" y="541"/>
                </a:lnTo>
                <a:lnTo>
                  <a:pt x="717" y="552"/>
                </a:lnTo>
                <a:lnTo>
                  <a:pt x="711" y="563"/>
                </a:lnTo>
                <a:lnTo>
                  <a:pt x="705" y="573"/>
                </a:lnTo>
                <a:lnTo>
                  <a:pt x="699" y="583"/>
                </a:lnTo>
                <a:lnTo>
                  <a:pt x="693" y="593"/>
                </a:lnTo>
                <a:lnTo>
                  <a:pt x="686" y="602"/>
                </a:lnTo>
                <a:lnTo>
                  <a:pt x="679" y="612"/>
                </a:lnTo>
                <a:lnTo>
                  <a:pt x="671" y="621"/>
                </a:lnTo>
                <a:lnTo>
                  <a:pt x="664" y="630"/>
                </a:lnTo>
                <a:lnTo>
                  <a:pt x="656" y="639"/>
                </a:lnTo>
                <a:lnTo>
                  <a:pt x="648" y="647"/>
                </a:lnTo>
                <a:lnTo>
                  <a:pt x="639" y="656"/>
                </a:lnTo>
                <a:lnTo>
                  <a:pt x="630" y="664"/>
                </a:lnTo>
                <a:lnTo>
                  <a:pt x="621" y="671"/>
                </a:lnTo>
                <a:lnTo>
                  <a:pt x="612" y="679"/>
                </a:lnTo>
                <a:lnTo>
                  <a:pt x="603" y="686"/>
                </a:lnTo>
                <a:lnTo>
                  <a:pt x="593" y="693"/>
                </a:lnTo>
                <a:lnTo>
                  <a:pt x="583" y="699"/>
                </a:lnTo>
                <a:lnTo>
                  <a:pt x="573" y="705"/>
                </a:lnTo>
                <a:lnTo>
                  <a:pt x="563" y="711"/>
                </a:lnTo>
                <a:lnTo>
                  <a:pt x="552" y="717"/>
                </a:lnTo>
                <a:lnTo>
                  <a:pt x="542" y="722"/>
                </a:lnTo>
                <a:lnTo>
                  <a:pt x="531" y="727"/>
                </a:lnTo>
                <a:lnTo>
                  <a:pt x="520" y="731"/>
                </a:lnTo>
                <a:lnTo>
                  <a:pt x="509" y="735"/>
                </a:lnTo>
                <a:lnTo>
                  <a:pt x="498" y="739"/>
                </a:lnTo>
                <a:lnTo>
                  <a:pt x="486" y="743"/>
                </a:lnTo>
                <a:lnTo>
                  <a:pt x="475" y="746"/>
                </a:lnTo>
                <a:lnTo>
                  <a:pt x="463" y="749"/>
                </a:lnTo>
                <a:lnTo>
                  <a:pt x="452" y="751"/>
                </a:lnTo>
                <a:lnTo>
                  <a:pt x="440" y="753"/>
                </a:lnTo>
                <a:lnTo>
                  <a:pt x="428" y="755"/>
                </a:lnTo>
                <a:lnTo>
                  <a:pt x="417" y="756"/>
                </a:lnTo>
                <a:lnTo>
                  <a:pt x="405" y="757"/>
                </a:lnTo>
                <a:lnTo>
                  <a:pt x="393" y="757"/>
                </a:lnTo>
                <a:lnTo>
                  <a:pt x="381" y="758"/>
                </a:lnTo>
                <a:lnTo>
                  <a:pt x="369" y="757"/>
                </a:lnTo>
                <a:lnTo>
                  <a:pt x="358" y="757"/>
                </a:lnTo>
                <a:lnTo>
                  <a:pt x="346" y="756"/>
                </a:lnTo>
                <a:lnTo>
                  <a:pt x="334" y="755"/>
                </a:lnTo>
                <a:lnTo>
                  <a:pt x="322" y="753"/>
                </a:lnTo>
                <a:lnTo>
                  <a:pt x="311" y="751"/>
                </a:lnTo>
                <a:lnTo>
                  <a:pt x="299" y="749"/>
                </a:lnTo>
                <a:lnTo>
                  <a:pt x="288" y="746"/>
                </a:lnTo>
                <a:lnTo>
                  <a:pt x="276" y="743"/>
                </a:lnTo>
                <a:lnTo>
                  <a:pt x="265" y="739"/>
                </a:lnTo>
                <a:lnTo>
                  <a:pt x="254" y="735"/>
                </a:lnTo>
                <a:lnTo>
                  <a:pt x="243" y="731"/>
                </a:lnTo>
                <a:lnTo>
                  <a:pt x="232" y="727"/>
                </a:lnTo>
                <a:lnTo>
                  <a:pt x="221" y="722"/>
                </a:lnTo>
                <a:lnTo>
                  <a:pt x="210" y="717"/>
                </a:lnTo>
                <a:lnTo>
                  <a:pt x="200" y="711"/>
                </a:lnTo>
                <a:lnTo>
                  <a:pt x="190" y="705"/>
                </a:lnTo>
                <a:lnTo>
                  <a:pt x="180" y="699"/>
                </a:lnTo>
                <a:lnTo>
                  <a:pt x="170" y="693"/>
                </a:lnTo>
                <a:lnTo>
                  <a:pt x="160" y="686"/>
                </a:lnTo>
                <a:lnTo>
                  <a:pt x="151" y="679"/>
                </a:lnTo>
                <a:lnTo>
                  <a:pt x="141" y="671"/>
                </a:lnTo>
                <a:lnTo>
                  <a:pt x="132" y="664"/>
                </a:lnTo>
                <a:lnTo>
                  <a:pt x="124" y="656"/>
                </a:lnTo>
                <a:lnTo>
                  <a:pt x="115" y="647"/>
                </a:lnTo>
                <a:lnTo>
                  <a:pt x="107" y="639"/>
                </a:lnTo>
                <a:lnTo>
                  <a:pt x="99" y="630"/>
                </a:lnTo>
                <a:lnTo>
                  <a:pt x="91" y="621"/>
                </a:lnTo>
                <a:lnTo>
                  <a:pt x="84" y="612"/>
                </a:lnTo>
                <a:lnTo>
                  <a:pt x="77" y="602"/>
                </a:lnTo>
                <a:lnTo>
                  <a:pt x="70" y="593"/>
                </a:lnTo>
                <a:lnTo>
                  <a:pt x="63" y="583"/>
                </a:lnTo>
                <a:lnTo>
                  <a:pt x="57" y="573"/>
                </a:lnTo>
                <a:lnTo>
                  <a:pt x="51" y="563"/>
                </a:lnTo>
                <a:lnTo>
                  <a:pt x="46" y="552"/>
                </a:lnTo>
                <a:lnTo>
                  <a:pt x="41" y="541"/>
                </a:lnTo>
                <a:lnTo>
                  <a:pt x="36" y="531"/>
                </a:lnTo>
                <a:lnTo>
                  <a:pt x="31" y="520"/>
                </a:lnTo>
                <a:lnTo>
                  <a:pt x="27" y="509"/>
                </a:lnTo>
                <a:lnTo>
                  <a:pt x="23" y="497"/>
                </a:lnTo>
                <a:lnTo>
                  <a:pt x="20" y="486"/>
                </a:lnTo>
                <a:lnTo>
                  <a:pt x="16" y="475"/>
                </a:lnTo>
                <a:lnTo>
                  <a:pt x="13" y="463"/>
                </a:lnTo>
                <a:lnTo>
                  <a:pt x="10" y="452"/>
                </a:lnTo>
                <a:lnTo>
                  <a:pt x="8" y="440"/>
                </a:lnTo>
                <a:lnTo>
                  <a:pt x="7" y="428"/>
                </a:lnTo>
                <a:lnTo>
                  <a:pt x="5" y="417"/>
                </a:lnTo>
                <a:lnTo>
                  <a:pt x="5" y="405"/>
                </a:lnTo>
                <a:lnTo>
                  <a:pt x="4" y="393"/>
                </a:lnTo>
                <a:lnTo>
                  <a:pt x="4" y="381"/>
                </a:lnTo>
                <a:lnTo>
                  <a:pt x="4" y="369"/>
                </a:lnTo>
                <a:lnTo>
                  <a:pt x="5" y="357"/>
                </a:lnTo>
                <a:lnTo>
                  <a:pt x="5" y="346"/>
                </a:lnTo>
                <a:lnTo>
                  <a:pt x="7" y="334"/>
                </a:lnTo>
                <a:lnTo>
                  <a:pt x="8" y="322"/>
                </a:lnTo>
                <a:lnTo>
                  <a:pt x="10" y="311"/>
                </a:lnTo>
                <a:lnTo>
                  <a:pt x="13" y="299"/>
                </a:lnTo>
                <a:lnTo>
                  <a:pt x="16" y="287"/>
                </a:lnTo>
                <a:lnTo>
                  <a:pt x="20" y="276"/>
                </a:lnTo>
                <a:lnTo>
                  <a:pt x="23" y="265"/>
                </a:lnTo>
                <a:lnTo>
                  <a:pt x="27" y="254"/>
                </a:lnTo>
                <a:lnTo>
                  <a:pt x="31" y="243"/>
                </a:lnTo>
                <a:lnTo>
                  <a:pt x="36" y="232"/>
                </a:lnTo>
                <a:lnTo>
                  <a:pt x="41" y="221"/>
                </a:lnTo>
                <a:lnTo>
                  <a:pt x="46" y="210"/>
                </a:lnTo>
                <a:lnTo>
                  <a:pt x="51" y="200"/>
                </a:lnTo>
                <a:lnTo>
                  <a:pt x="57" y="189"/>
                </a:lnTo>
                <a:lnTo>
                  <a:pt x="63" y="179"/>
                </a:lnTo>
                <a:lnTo>
                  <a:pt x="70" y="169"/>
                </a:lnTo>
                <a:lnTo>
                  <a:pt x="77" y="160"/>
                </a:lnTo>
                <a:lnTo>
                  <a:pt x="84" y="150"/>
                </a:lnTo>
                <a:lnTo>
                  <a:pt x="91" y="141"/>
                </a:lnTo>
                <a:lnTo>
                  <a:pt x="99" y="132"/>
                </a:lnTo>
                <a:lnTo>
                  <a:pt x="107" y="123"/>
                </a:lnTo>
                <a:lnTo>
                  <a:pt x="115" y="115"/>
                </a:lnTo>
                <a:lnTo>
                  <a:pt x="124" y="107"/>
                </a:lnTo>
                <a:lnTo>
                  <a:pt x="132" y="99"/>
                </a:lnTo>
                <a:lnTo>
                  <a:pt x="141" y="91"/>
                </a:lnTo>
                <a:lnTo>
                  <a:pt x="151" y="84"/>
                </a:lnTo>
                <a:lnTo>
                  <a:pt x="160" y="77"/>
                </a:lnTo>
                <a:lnTo>
                  <a:pt x="170" y="70"/>
                </a:lnTo>
                <a:lnTo>
                  <a:pt x="180" y="63"/>
                </a:lnTo>
                <a:lnTo>
                  <a:pt x="190" y="57"/>
                </a:lnTo>
                <a:lnTo>
                  <a:pt x="200" y="50"/>
                </a:lnTo>
                <a:lnTo>
                  <a:pt x="210" y="45"/>
                </a:lnTo>
                <a:lnTo>
                  <a:pt x="221" y="39"/>
                </a:lnTo>
                <a:lnTo>
                  <a:pt x="232" y="35"/>
                </a:lnTo>
                <a:lnTo>
                  <a:pt x="243" y="30"/>
                </a:lnTo>
                <a:lnTo>
                  <a:pt x="254" y="26"/>
                </a:lnTo>
                <a:lnTo>
                  <a:pt x="265" y="22"/>
                </a:lnTo>
                <a:lnTo>
                  <a:pt x="276" y="19"/>
                </a:lnTo>
                <a:lnTo>
                  <a:pt x="288" y="15"/>
                </a:lnTo>
                <a:lnTo>
                  <a:pt x="299" y="13"/>
                </a:lnTo>
                <a:lnTo>
                  <a:pt x="311" y="10"/>
                </a:lnTo>
                <a:lnTo>
                  <a:pt x="322" y="8"/>
                </a:lnTo>
                <a:lnTo>
                  <a:pt x="334" y="7"/>
                </a:lnTo>
                <a:lnTo>
                  <a:pt x="346" y="5"/>
                </a:lnTo>
                <a:lnTo>
                  <a:pt x="358" y="4"/>
                </a:lnTo>
                <a:lnTo>
                  <a:pt x="369" y="4"/>
                </a:lnTo>
                <a:lnTo>
                  <a:pt x="381" y="4"/>
                </a:lnTo>
                <a:lnTo>
                  <a:pt x="393" y="4"/>
                </a:lnTo>
                <a:lnTo>
                  <a:pt x="405" y="4"/>
                </a:lnTo>
                <a:lnTo>
                  <a:pt x="417" y="5"/>
                </a:lnTo>
                <a:lnTo>
                  <a:pt x="428" y="7"/>
                </a:lnTo>
                <a:lnTo>
                  <a:pt x="440" y="8"/>
                </a:lnTo>
                <a:lnTo>
                  <a:pt x="452" y="10"/>
                </a:lnTo>
                <a:lnTo>
                  <a:pt x="463" y="13"/>
                </a:lnTo>
                <a:lnTo>
                  <a:pt x="475" y="15"/>
                </a:lnTo>
                <a:lnTo>
                  <a:pt x="486" y="19"/>
                </a:lnTo>
                <a:lnTo>
                  <a:pt x="498" y="22"/>
                </a:lnTo>
                <a:lnTo>
                  <a:pt x="509" y="26"/>
                </a:lnTo>
                <a:lnTo>
                  <a:pt x="520" y="30"/>
                </a:lnTo>
                <a:lnTo>
                  <a:pt x="531" y="35"/>
                </a:lnTo>
                <a:lnTo>
                  <a:pt x="542" y="39"/>
                </a:lnTo>
                <a:lnTo>
                  <a:pt x="552" y="45"/>
                </a:lnTo>
                <a:lnTo>
                  <a:pt x="563" y="50"/>
                </a:lnTo>
                <a:lnTo>
                  <a:pt x="573" y="57"/>
                </a:lnTo>
                <a:lnTo>
                  <a:pt x="583" y="63"/>
                </a:lnTo>
                <a:lnTo>
                  <a:pt x="593" y="70"/>
                </a:lnTo>
                <a:lnTo>
                  <a:pt x="603" y="77"/>
                </a:lnTo>
                <a:lnTo>
                  <a:pt x="612" y="84"/>
                </a:lnTo>
                <a:lnTo>
                  <a:pt x="621" y="91"/>
                </a:lnTo>
                <a:lnTo>
                  <a:pt x="630" y="99"/>
                </a:lnTo>
                <a:lnTo>
                  <a:pt x="639" y="107"/>
                </a:lnTo>
                <a:lnTo>
                  <a:pt x="648" y="115"/>
                </a:lnTo>
                <a:lnTo>
                  <a:pt x="656" y="123"/>
                </a:lnTo>
                <a:lnTo>
                  <a:pt x="664" y="132"/>
                </a:lnTo>
                <a:lnTo>
                  <a:pt x="671" y="141"/>
                </a:lnTo>
                <a:lnTo>
                  <a:pt x="679" y="150"/>
                </a:lnTo>
                <a:lnTo>
                  <a:pt x="686" y="160"/>
                </a:lnTo>
                <a:lnTo>
                  <a:pt x="693" y="169"/>
                </a:lnTo>
                <a:lnTo>
                  <a:pt x="699" y="179"/>
                </a:lnTo>
                <a:lnTo>
                  <a:pt x="705" y="189"/>
                </a:lnTo>
                <a:lnTo>
                  <a:pt x="711" y="200"/>
                </a:lnTo>
                <a:lnTo>
                  <a:pt x="717" y="210"/>
                </a:lnTo>
                <a:lnTo>
                  <a:pt x="722" y="221"/>
                </a:lnTo>
                <a:lnTo>
                  <a:pt x="727" y="232"/>
                </a:lnTo>
                <a:lnTo>
                  <a:pt x="731" y="243"/>
                </a:lnTo>
                <a:lnTo>
                  <a:pt x="736" y="254"/>
                </a:lnTo>
                <a:lnTo>
                  <a:pt x="739" y="265"/>
                </a:lnTo>
                <a:lnTo>
                  <a:pt x="743" y="276"/>
                </a:lnTo>
                <a:lnTo>
                  <a:pt x="746" y="287"/>
                </a:lnTo>
                <a:lnTo>
                  <a:pt x="749" y="299"/>
                </a:lnTo>
                <a:lnTo>
                  <a:pt x="751" y="311"/>
                </a:lnTo>
                <a:lnTo>
                  <a:pt x="753" y="322"/>
                </a:lnTo>
                <a:lnTo>
                  <a:pt x="755" y="334"/>
                </a:lnTo>
                <a:lnTo>
                  <a:pt x="756" y="346"/>
                </a:lnTo>
                <a:lnTo>
                  <a:pt x="757" y="357"/>
                </a:lnTo>
                <a:lnTo>
                  <a:pt x="758" y="369"/>
                </a:lnTo>
                <a:lnTo>
                  <a:pt x="758" y="381"/>
                </a:lnTo>
                <a:moveTo>
                  <a:pt x="761" y="381"/>
                </a:moveTo>
                <a:lnTo>
                  <a:pt x="761" y="369"/>
                </a:lnTo>
                <a:lnTo>
                  <a:pt x="760" y="357"/>
                </a:lnTo>
                <a:lnTo>
                  <a:pt x="759" y="345"/>
                </a:lnTo>
                <a:lnTo>
                  <a:pt x="758" y="334"/>
                </a:lnTo>
                <a:lnTo>
                  <a:pt x="756" y="322"/>
                </a:lnTo>
                <a:lnTo>
                  <a:pt x="754" y="310"/>
                </a:lnTo>
                <a:lnTo>
                  <a:pt x="752" y="298"/>
                </a:lnTo>
                <a:lnTo>
                  <a:pt x="749" y="287"/>
                </a:lnTo>
                <a:lnTo>
                  <a:pt x="746" y="275"/>
                </a:lnTo>
                <a:lnTo>
                  <a:pt x="743" y="264"/>
                </a:lnTo>
                <a:lnTo>
                  <a:pt x="739" y="252"/>
                </a:lnTo>
                <a:lnTo>
                  <a:pt x="734" y="241"/>
                </a:lnTo>
                <a:lnTo>
                  <a:pt x="730" y="230"/>
                </a:lnTo>
                <a:lnTo>
                  <a:pt x="725" y="219"/>
                </a:lnTo>
                <a:lnTo>
                  <a:pt x="720" y="209"/>
                </a:lnTo>
                <a:lnTo>
                  <a:pt x="714" y="198"/>
                </a:lnTo>
                <a:lnTo>
                  <a:pt x="708" y="188"/>
                </a:lnTo>
                <a:lnTo>
                  <a:pt x="702" y="178"/>
                </a:lnTo>
                <a:lnTo>
                  <a:pt x="695" y="168"/>
                </a:lnTo>
                <a:lnTo>
                  <a:pt x="689" y="158"/>
                </a:lnTo>
                <a:lnTo>
                  <a:pt x="681" y="148"/>
                </a:lnTo>
                <a:lnTo>
                  <a:pt x="674" y="139"/>
                </a:lnTo>
                <a:lnTo>
                  <a:pt x="666" y="130"/>
                </a:lnTo>
                <a:lnTo>
                  <a:pt x="658" y="121"/>
                </a:lnTo>
                <a:lnTo>
                  <a:pt x="650" y="113"/>
                </a:lnTo>
                <a:lnTo>
                  <a:pt x="641" y="104"/>
                </a:lnTo>
                <a:lnTo>
                  <a:pt x="633" y="96"/>
                </a:lnTo>
                <a:lnTo>
                  <a:pt x="623" y="88"/>
                </a:lnTo>
                <a:lnTo>
                  <a:pt x="614" y="81"/>
                </a:lnTo>
                <a:lnTo>
                  <a:pt x="605" y="74"/>
                </a:lnTo>
                <a:lnTo>
                  <a:pt x="595" y="67"/>
                </a:lnTo>
                <a:lnTo>
                  <a:pt x="585" y="60"/>
                </a:lnTo>
                <a:lnTo>
                  <a:pt x="575" y="54"/>
                </a:lnTo>
                <a:lnTo>
                  <a:pt x="564" y="47"/>
                </a:lnTo>
                <a:lnTo>
                  <a:pt x="554" y="42"/>
                </a:lnTo>
                <a:lnTo>
                  <a:pt x="543" y="36"/>
                </a:lnTo>
                <a:lnTo>
                  <a:pt x="532" y="31"/>
                </a:lnTo>
                <a:lnTo>
                  <a:pt x="521" y="27"/>
                </a:lnTo>
                <a:lnTo>
                  <a:pt x="510" y="23"/>
                </a:lnTo>
                <a:lnTo>
                  <a:pt x="499" y="19"/>
                </a:lnTo>
                <a:lnTo>
                  <a:pt x="487" y="15"/>
                </a:lnTo>
                <a:lnTo>
                  <a:pt x="476" y="12"/>
                </a:lnTo>
                <a:lnTo>
                  <a:pt x="464" y="9"/>
                </a:lnTo>
                <a:lnTo>
                  <a:pt x="452" y="7"/>
                </a:lnTo>
                <a:lnTo>
                  <a:pt x="441" y="5"/>
                </a:lnTo>
                <a:lnTo>
                  <a:pt x="429" y="3"/>
                </a:lnTo>
                <a:lnTo>
                  <a:pt x="417" y="2"/>
                </a:lnTo>
                <a:lnTo>
                  <a:pt x="405" y="1"/>
                </a:lnTo>
                <a:lnTo>
                  <a:pt x="393" y="0"/>
                </a:lnTo>
                <a:lnTo>
                  <a:pt x="381" y="0"/>
                </a:lnTo>
                <a:lnTo>
                  <a:pt x="369" y="0"/>
                </a:lnTo>
                <a:lnTo>
                  <a:pt x="357" y="1"/>
                </a:lnTo>
                <a:lnTo>
                  <a:pt x="346" y="2"/>
                </a:lnTo>
                <a:lnTo>
                  <a:pt x="334" y="3"/>
                </a:lnTo>
                <a:lnTo>
                  <a:pt x="322" y="5"/>
                </a:lnTo>
                <a:lnTo>
                  <a:pt x="310" y="7"/>
                </a:lnTo>
                <a:lnTo>
                  <a:pt x="298" y="9"/>
                </a:lnTo>
                <a:lnTo>
                  <a:pt x="287" y="12"/>
                </a:lnTo>
                <a:lnTo>
                  <a:pt x="275" y="15"/>
                </a:lnTo>
                <a:lnTo>
                  <a:pt x="264" y="19"/>
                </a:lnTo>
                <a:lnTo>
                  <a:pt x="253" y="23"/>
                </a:lnTo>
                <a:lnTo>
                  <a:pt x="241" y="27"/>
                </a:lnTo>
                <a:lnTo>
                  <a:pt x="230" y="31"/>
                </a:lnTo>
                <a:lnTo>
                  <a:pt x="220" y="36"/>
                </a:lnTo>
                <a:lnTo>
                  <a:pt x="209" y="42"/>
                </a:lnTo>
                <a:lnTo>
                  <a:pt x="198" y="47"/>
                </a:lnTo>
                <a:lnTo>
                  <a:pt x="188" y="54"/>
                </a:lnTo>
                <a:lnTo>
                  <a:pt x="178" y="60"/>
                </a:lnTo>
                <a:lnTo>
                  <a:pt x="168" y="67"/>
                </a:lnTo>
                <a:lnTo>
                  <a:pt x="158" y="74"/>
                </a:lnTo>
                <a:lnTo>
                  <a:pt x="148" y="81"/>
                </a:lnTo>
                <a:lnTo>
                  <a:pt x="139" y="88"/>
                </a:lnTo>
                <a:lnTo>
                  <a:pt x="130" y="96"/>
                </a:lnTo>
                <a:lnTo>
                  <a:pt x="121" y="104"/>
                </a:lnTo>
                <a:lnTo>
                  <a:pt x="113" y="113"/>
                </a:lnTo>
                <a:lnTo>
                  <a:pt x="104" y="121"/>
                </a:lnTo>
                <a:lnTo>
                  <a:pt x="96" y="130"/>
                </a:lnTo>
                <a:lnTo>
                  <a:pt x="89" y="139"/>
                </a:lnTo>
                <a:lnTo>
                  <a:pt x="81" y="148"/>
                </a:lnTo>
                <a:lnTo>
                  <a:pt x="74" y="158"/>
                </a:lnTo>
                <a:lnTo>
                  <a:pt x="67" y="168"/>
                </a:lnTo>
                <a:lnTo>
                  <a:pt x="61" y="178"/>
                </a:lnTo>
                <a:lnTo>
                  <a:pt x="54" y="188"/>
                </a:lnTo>
                <a:lnTo>
                  <a:pt x="48" y="198"/>
                </a:lnTo>
                <a:lnTo>
                  <a:pt x="43" y="209"/>
                </a:lnTo>
                <a:lnTo>
                  <a:pt x="38" y="219"/>
                </a:lnTo>
                <a:lnTo>
                  <a:pt x="33" y="230"/>
                </a:lnTo>
                <a:lnTo>
                  <a:pt x="28" y="241"/>
                </a:lnTo>
                <a:lnTo>
                  <a:pt x="24" y="252"/>
                </a:lnTo>
                <a:lnTo>
                  <a:pt x="20" y="264"/>
                </a:lnTo>
                <a:lnTo>
                  <a:pt x="15" y="275"/>
                </a:lnTo>
                <a:lnTo>
                  <a:pt x="12" y="287"/>
                </a:lnTo>
                <a:lnTo>
                  <a:pt x="10" y="298"/>
                </a:lnTo>
                <a:lnTo>
                  <a:pt x="7" y="310"/>
                </a:lnTo>
                <a:lnTo>
                  <a:pt x="5" y="322"/>
                </a:lnTo>
                <a:lnTo>
                  <a:pt x="3" y="334"/>
                </a:lnTo>
                <a:lnTo>
                  <a:pt x="2" y="345"/>
                </a:lnTo>
                <a:lnTo>
                  <a:pt x="1" y="357"/>
                </a:lnTo>
                <a:lnTo>
                  <a:pt x="1" y="369"/>
                </a:lnTo>
                <a:lnTo>
                  <a:pt x="0" y="381"/>
                </a:lnTo>
                <a:lnTo>
                  <a:pt x="1" y="393"/>
                </a:lnTo>
                <a:lnTo>
                  <a:pt x="1" y="405"/>
                </a:lnTo>
                <a:lnTo>
                  <a:pt x="2" y="417"/>
                </a:lnTo>
                <a:lnTo>
                  <a:pt x="3" y="429"/>
                </a:lnTo>
                <a:lnTo>
                  <a:pt x="5" y="441"/>
                </a:lnTo>
                <a:lnTo>
                  <a:pt x="7" y="452"/>
                </a:lnTo>
                <a:lnTo>
                  <a:pt x="10" y="464"/>
                </a:lnTo>
                <a:lnTo>
                  <a:pt x="12" y="476"/>
                </a:lnTo>
                <a:lnTo>
                  <a:pt x="15" y="487"/>
                </a:lnTo>
                <a:lnTo>
                  <a:pt x="20" y="499"/>
                </a:lnTo>
                <a:lnTo>
                  <a:pt x="24" y="510"/>
                </a:lnTo>
                <a:lnTo>
                  <a:pt x="28" y="521"/>
                </a:lnTo>
                <a:lnTo>
                  <a:pt x="33" y="532"/>
                </a:lnTo>
                <a:lnTo>
                  <a:pt x="38" y="543"/>
                </a:lnTo>
                <a:lnTo>
                  <a:pt x="43" y="554"/>
                </a:lnTo>
                <a:lnTo>
                  <a:pt x="48" y="564"/>
                </a:lnTo>
                <a:lnTo>
                  <a:pt x="54" y="574"/>
                </a:lnTo>
                <a:lnTo>
                  <a:pt x="61" y="585"/>
                </a:lnTo>
                <a:lnTo>
                  <a:pt x="67" y="595"/>
                </a:lnTo>
                <a:lnTo>
                  <a:pt x="74" y="604"/>
                </a:lnTo>
                <a:lnTo>
                  <a:pt x="81" y="614"/>
                </a:lnTo>
                <a:lnTo>
                  <a:pt x="89" y="623"/>
                </a:lnTo>
                <a:lnTo>
                  <a:pt x="96" y="632"/>
                </a:lnTo>
                <a:lnTo>
                  <a:pt x="104" y="641"/>
                </a:lnTo>
                <a:lnTo>
                  <a:pt x="113" y="650"/>
                </a:lnTo>
                <a:lnTo>
                  <a:pt x="121" y="658"/>
                </a:lnTo>
                <a:lnTo>
                  <a:pt x="130" y="666"/>
                </a:lnTo>
                <a:lnTo>
                  <a:pt x="139" y="674"/>
                </a:lnTo>
                <a:lnTo>
                  <a:pt x="148" y="681"/>
                </a:lnTo>
                <a:lnTo>
                  <a:pt x="158" y="688"/>
                </a:lnTo>
                <a:lnTo>
                  <a:pt x="168" y="695"/>
                </a:lnTo>
                <a:lnTo>
                  <a:pt x="178" y="702"/>
                </a:lnTo>
                <a:lnTo>
                  <a:pt x="188" y="708"/>
                </a:lnTo>
                <a:lnTo>
                  <a:pt x="198" y="714"/>
                </a:lnTo>
                <a:lnTo>
                  <a:pt x="209" y="720"/>
                </a:lnTo>
                <a:lnTo>
                  <a:pt x="220" y="725"/>
                </a:lnTo>
                <a:lnTo>
                  <a:pt x="230" y="730"/>
                </a:lnTo>
                <a:lnTo>
                  <a:pt x="241" y="734"/>
                </a:lnTo>
                <a:lnTo>
                  <a:pt x="253" y="739"/>
                </a:lnTo>
                <a:lnTo>
                  <a:pt x="264" y="742"/>
                </a:lnTo>
                <a:lnTo>
                  <a:pt x="275" y="746"/>
                </a:lnTo>
                <a:lnTo>
                  <a:pt x="287" y="749"/>
                </a:lnTo>
                <a:lnTo>
                  <a:pt x="298" y="752"/>
                </a:lnTo>
                <a:lnTo>
                  <a:pt x="310" y="754"/>
                </a:lnTo>
                <a:lnTo>
                  <a:pt x="322" y="756"/>
                </a:lnTo>
                <a:lnTo>
                  <a:pt x="334" y="758"/>
                </a:lnTo>
                <a:lnTo>
                  <a:pt x="346" y="759"/>
                </a:lnTo>
                <a:lnTo>
                  <a:pt x="357" y="760"/>
                </a:lnTo>
                <a:lnTo>
                  <a:pt x="369" y="761"/>
                </a:lnTo>
                <a:lnTo>
                  <a:pt x="381" y="761"/>
                </a:lnTo>
                <a:lnTo>
                  <a:pt x="393" y="761"/>
                </a:lnTo>
                <a:lnTo>
                  <a:pt x="405" y="760"/>
                </a:lnTo>
                <a:lnTo>
                  <a:pt x="417" y="759"/>
                </a:lnTo>
                <a:lnTo>
                  <a:pt x="429" y="758"/>
                </a:lnTo>
                <a:lnTo>
                  <a:pt x="441" y="756"/>
                </a:lnTo>
                <a:lnTo>
                  <a:pt x="452" y="754"/>
                </a:lnTo>
                <a:lnTo>
                  <a:pt x="464" y="752"/>
                </a:lnTo>
                <a:lnTo>
                  <a:pt x="476" y="749"/>
                </a:lnTo>
                <a:lnTo>
                  <a:pt x="487" y="746"/>
                </a:lnTo>
                <a:lnTo>
                  <a:pt x="499" y="742"/>
                </a:lnTo>
                <a:lnTo>
                  <a:pt x="510" y="739"/>
                </a:lnTo>
                <a:lnTo>
                  <a:pt x="521" y="734"/>
                </a:lnTo>
                <a:lnTo>
                  <a:pt x="532" y="730"/>
                </a:lnTo>
                <a:lnTo>
                  <a:pt x="543" y="725"/>
                </a:lnTo>
                <a:lnTo>
                  <a:pt x="554" y="720"/>
                </a:lnTo>
                <a:lnTo>
                  <a:pt x="564" y="714"/>
                </a:lnTo>
                <a:lnTo>
                  <a:pt x="575" y="708"/>
                </a:lnTo>
                <a:lnTo>
                  <a:pt x="585" y="702"/>
                </a:lnTo>
                <a:lnTo>
                  <a:pt x="595" y="695"/>
                </a:lnTo>
                <a:lnTo>
                  <a:pt x="605" y="688"/>
                </a:lnTo>
                <a:lnTo>
                  <a:pt x="614" y="681"/>
                </a:lnTo>
                <a:lnTo>
                  <a:pt x="623" y="674"/>
                </a:lnTo>
                <a:lnTo>
                  <a:pt x="633" y="666"/>
                </a:lnTo>
                <a:lnTo>
                  <a:pt x="641" y="658"/>
                </a:lnTo>
                <a:lnTo>
                  <a:pt x="650" y="650"/>
                </a:lnTo>
                <a:lnTo>
                  <a:pt x="658" y="641"/>
                </a:lnTo>
                <a:lnTo>
                  <a:pt x="666" y="632"/>
                </a:lnTo>
                <a:lnTo>
                  <a:pt x="674" y="623"/>
                </a:lnTo>
                <a:lnTo>
                  <a:pt x="681" y="614"/>
                </a:lnTo>
                <a:lnTo>
                  <a:pt x="689" y="604"/>
                </a:lnTo>
                <a:lnTo>
                  <a:pt x="695" y="595"/>
                </a:lnTo>
                <a:lnTo>
                  <a:pt x="702" y="585"/>
                </a:lnTo>
                <a:lnTo>
                  <a:pt x="708" y="574"/>
                </a:lnTo>
                <a:lnTo>
                  <a:pt x="714" y="564"/>
                </a:lnTo>
                <a:lnTo>
                  <a:pt x="720" y="554"/>
                </a:lnTo>
                <a:lnTo>
                  <a:pt x="725" y="543"/>
                </a:lnTo>
                <a:lnTo>
                  <a:pt x="730" y="532"/>
                </a:lnTo>
                <a:lnTo>
                  <a:pt x="734" y="521"/>
                </a:lnTo>
                <a:lnTo>
                  <a:pt x="739" y="510"/>
                </a:lnTo>
                <a:lnTo>
                  <a:pt x="743" y="499"/>
                </a:lnTo>
                <a:lnTo>
                  <a:pt x="746" y="487"/>
                </a:lnTo>
                <a:lnTo>
                  <a:pt x="749" y="476"/>
                </a:lnTo>
                <a:lnTo>
                  <a:pt x="752" y="464"/>
                </a:lnTo>
                <a:lnTo>
                  <a:pt x="754" y="452"/>
                </a:lnTo>
                <a:lnTo>
                  <a:pt x="756" y="441"/>
                </a:lnTo>
                <a:lnTo>
                  <a:pt x="758" y="429"/>
                </a:lnTo>
                <a:lnTo>
                  <a:pt x="759" y="417"/>
                </a:lnTo>
                <a:lnTo>
                  <a:pt x="760" y="405"/>
                </a:lnTo>
                <a:lnTo>
                  <a:pt x="761" y="393"/>
                </a:lnTo>
                <a:lnTo>
                  <a:pt x="761" y="381"/>
                </a:lnTo>
                <a:close/>
              </a:path>
            </a:pathLst>
          </a:custGeom>
          <a:solidFill>
            <a:srgbClr val="80cc9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3661920" y="2557080"/>
            <a:ext cx="315000" cy="315000"/>
          </a:xfrm>
          <a:custGeom>
            <a:avLst/>
            <a:gdLst/>
            <a:ahLst/>
            <a:rect l="0" t="0" r="r" b="b"/>
            <a:pathLst>
              <a:path w="875" h="875">
                <a:moveTo>
                  <a:pt x="818" y="438"/>
                </a:moveTo>
                <a:lnTo>
                  <a:pt x="818" y="450"/>
                </a:lnTo>
                <a:lnTo>
                  <a:pt x="817" y="462"/>
                </a:lnTo>
                <a:lnTo>
                  <a:pt x="816" y="474"/>
                </a:lnTo>
                <a:lnTo>
                  <a:pt x="815" y="486"/>
                </a:lnTo>
                <a:lnTo>
                  <a:pt x="813" y="498"/>
                </a:lnTo>
                <a:lnTo>
                  <a:pt x="811" y="509"/>
                </a:lnTo>
                <a:lnTo>
                  <a:pt x="809" y="521"/>
                </a:lnTo>
                <a:lnTo>
                  <a:pt x="806" y="533"/>
                </a:lnTo>
                <a:lnTo>
                  <a:pt x="803" y="544"/>
                </a:lnTo>
                <a:lnTo>
                  <a:pt x="800" y="556"/>
                </a:lnTo>
                <a:lnTo>
                  <a:pt x="796" y="567"/>
                </a:lnTo>
                <a:lnTo>
                  <a:pt x="791" y="578"/>
                </a:lnTo>
                <a:lnTo>
                  <a:pt x="787" y="589"/>
                </a:lnTo>
                <a:lnTo>
                  <a:pt x="782" y="600"/>
                </a:lnTo>
                <a:lnTo>
                  <a:pt x="777" y="611"/>
                </a:lnTo>
                <a:lnTo>
                  <a:pt x="771" y="621"/>
                </a:lnTo>
                <a:lnTo>
                  <a:pt x="765" y="631"/>
                </a:lnTo>
                <a:lnTo>
                  <a:pt x="759" y="642"/>
                </a:lnTo>
                <a:lnTo>
                  <a:pt x="751" y="652"/>
                </a:lnTo>
                <a:lnTo>
                  <a:pt x="745" y="661"/>
                </a:lnTo>
                <a:lnTo>
                  <a:pt x="737" y="671"/>
                </a:lnTo>
                <a:lnTo>
                  <a:pt x="730" y="680"/>
                </a:lnTo>
                <a:lnTo>
                  <a:pt x="722" y="689"/>
                </a:lnTo>
                <a:lnTo>
                  <a:pt x="714" y="698"/>
                </a:lnTo>
                <a:lnTo>
                  <a:pt x="706" y="707"/>
                </a:lnTo>
                <a:lnTo>
                  <a:pt x="697" y="715"/>
                </a:lnTo>
                <a:lnTo>
                  <a:pt x="689" y="723"/>
                </a:lnTo>
                <a:lnTo>
                  <a:pt x="679" y="731"/>
                </a:lnTo>
                <a:lnTo>
                  <a:pt x="670" y="738"/>
                </a:lnTo>
                <a:lnTo>
                  <a:pt x="661" y="745"/>
                </a:lnTo>
                <a:lnTo>
                  <a:pt x="651" y="752"/>
                </a:lnTo>
                <a:lnTo>
                  <a:pt x="641" y="759"/>
                </a:lnTo>
                <a:lnTo>
                  <a:pt x="631" y="765"/>
                </a:lnTo>
                <a:lnTo>
                  <a:pt x="620" y="771"/>
                </a:lnTo>
                <a:lnTo>
                  <a:pt x="610" y="777"/>
                </a:lnTo>
                <a:lnTo>
                  <a:pt x="599" y="782"/>
                </a:lnTo>
                <a:lnTo>
                  <a:pt x="588" y="787"/>
                </a:lnTo>
                <a:lnTo>
                  <a:pt x="577" y="791"/>
                </a:lnTo>
                <a:lnTo>
                  <a:pt x="566" y="796"/>
                </a:lnTo>
                <a:lnTo>
                  <a:pt x="555" y="799"/>
                </a:lnTo>
                <a:lnTo>
                  <a:pt x="543" y="803"/>
                </a:lnTo>
                <a:lnTo>
                  <a:pt x="532" y="806"/>
                </a:lnTo>
                <a:lnTo>
                  <a:pt x="520" y="809"/>
                </a:lnTo>
                <a:lnTo>
                  <a:pt x="508" y="811"/>
                </a:lnTo>
                <a:lnTo>
                  <a:pt x="497" y="813"/>
                </a:lnTo>
                <a:lnTo>
                  <a:pt x="485" y="815"/>
                </a:lnTo>
                <a:lnTo>
                  <a:pt x="473" y="816"/>
                </a:lnTo>
                <a:lnTo>
                  <a:pt x="461" y="817"/>
                </a:lnTo>
                <a:lnTo>
                  <a:pt x="449" y="818"/>
                </a:lnTo>
                <a:lnTo>
                  <a:pt x="437" y="818"/>
                </a:lnTo>
                <a:lnTo>
                  <a:pt x="425" y="818"/>
                </a:lnTo>
                <a:lnTo>
                  <a:pt x="413" y="817"/>
                </a:lnTo>
                <a:lnTo>
                  <a:pt x="402" y="816"/>
                </a:lnTo>
                <a:lnTo>
                  <a:pt x="390" y="815"/>
                </a:lnTo>
                <a:lnTo>
                  <a:pt x="378" y="813"/>
                </a:lnTo>
                <a:lnTo>
                  <a:pt x="366" y="811"/>
                </a:lnTo>
                <a:lnTo>
                  <a:pt x="354" y="809"/>
                </a:lnTo>
                <a:lnTo>
                  <a:pt x="343" y="806"/>
                </a:lnTo>
                <a:lnTo>
                  <a:pt x="331" y="803"/>
                </a:lnTo>
                <a:lnTo>
                  <a:pt x="320" y="799"/>
                </a:lnTo>
                <a:lnTo>
                  <a:pt x="309" y="796"/>
                </a:lnTo>
                <a:lnTo>
                  <a:pt x="297" y="791"/>
                </a:lnTo>
                <a:lnTo>
                  <a:pt x="286" y="787"/>
                </a:lnTo>
                <a:lnTo>
                  <a:pt x="276" y="782"/>
                </a:lnTo>
                <a:lnTo>
                  <a:pt x="265" y="777"/>
                </a:lnTo>
                <a:lnTo>
                  <a:pt x="254" y="771"/>
                </a:lnTo>
                <a:lnTo>
                  <a:pt x="244" y="765"/>
                </a:lnTo>
                <a:lnTo>
                  <a:pt x="234" y="759"/>
                </a:lnTo>
                <a:lnTo>
                  <a:pt x="224" y="752"/>
                </a:lnTo>
                <a:lnTo>
                  <a:pt x="214" y="745"/>
                </a:lnTo>
                <a:lnTo>
                  <a:pt x="204" y="738"/>
                </a:lnTo>
                <a:lnTo>
                  <a:pt x="195" y="731"/>
                </a:lnTo>
                <a:lnTo>
                  <a:pt x="186" y="723"/>
                </a:lnTo>
                <a:lnTo>
                  <a:pt x="177" y="715"/>
                </a:lnTo>
                <a:lnTo>
                  <a:pt x="169" y="707"/>
                </a:lnTo>
                <a:lnTo>
                  <a:pt x="160" y="698"/>
                </a:lnTo>
                <a:lnTo>
                  <a:pt x="152" y="689"/>
                </a:lnTo>
                <a:lnTo>
                  <a:pt x="145" y="680"/>
                </a:lnTo>
                <a:lnTo>
                  <a:pt x="137" y="671"/>
                </a:lnTo>
                <a:lnTo>
                  <a:pt x="130" y="661"/>
                </a:lnTo>
                <a:lnTo>
                  <a:pt x="123" y="652"/>
                </a:lnTo>
                <a:lnTo>
                  <a:pt x="117" y="642"/>
                </a:lnTo>
                <a:lnTo>
                  <a:pt x="110" y="631"/>
                </a:lnTo>
                <a:lnTo>
                  <a:pt x="104" y="621"/>
                </a:lnTo>
                <a:lnTo>
                  <a:pt x="99" y="611"/>
                </a:lnTo>
                <a:lnTo>
                  <a:pt x="94" y="600"/>
                </a:lnTo>
                <a:lnTo>
                  <a:pt x="89" y="589"/>
                </a:lnTo>
                <a:lnTo>
                  <a:pt x="84" y="578"/>
                </a:lnTo>
                <a:lnTo>
                  <a:pt x="80" y="567"/>
                </a:lnTo>
                <a:lnTo>
                  <a:pt x="76" y="556"/>
                </a:lnTo>
                <a:lnTo>
                  <a:pt x="72" y="544"/>
                </a:lnTo>
                <a:lnTo>
                  <a:pt x="69" y="533"/>
                </a:lnTo>
                <a:lnTo>
                  <a:pt x="67" y="521"/>
                </a:lnTo>
                <a:lnTo>
                  <a:pt x="64" y="509"/>
                </a:lnTo>
                <a:lnTo>
                  <a:pt x="62" y="498"/>
                </a:lnTo>
                <a:lnTo>
                  <a:pt x="60" y="486"/>
                </a:lnTo>
                <a:lnTo>
                  <a:pt x="59" y="474"/>
                </a:lnTo>
                <a:lnTo>
                  <a:pt x="58" y="462"/>
                </a:lnTo>
                <a:lnTo>
                  <a:pt x="58" y="450"/>
                </a:lnTo>
                <a:lnTo>
                  <a:pt x="57" y="438"/>
                </a:lnTo>
                <a:lnTo>
                  <a:pt x="58" y="426"/>
                </a:lnTo>
                <a:lnTo>
                  <a:pt x="58" y="414"/>
                </a:lnTo>
                <a:lnTo>
                  <a:pt x="59" y="402"/>
                </a:lnTo>
                <a:lnTo>
                  <a:pt x="60" y="391"/>
                </a:lnTo>
                <a:lnTo>
                  <a:pt x="62" y="379"/>
                </a:lnTo>
                <a:lnTo>
                  <a:pt x="64" y="367"/>
                </a:lnTo>
                <a:lnTo>
                  <a:pt x="67" y="355"/>
                </a:lnTo>
                <a:lnTo>
                  <a:pt x="69" y="344"/>
                </a:lnTo>
                <a:lnTo>
                  <a:pt x="72" y="332"/>
                </a:lnTo>
                <a:lnTo>
                  <a:pt x="76" y="320"/>
                </a:lnTo>
                <a:lnTo>
                  <a:pt x="80" y="308"/>
                </a:lnTo>
                <a:lnTo>
                  <a:pt x="84" y="297"/>
                </a:lnTo>
                <a:lnTo>
                  <a:pt x="89" y="286"/>
                </a:lnTo>
                <a:lnTo>
                  <a:pt x="94" y="275"/>
                </a:lnTo>
                <a:lnTo>
                  <a:pt x="99" y="265"/>
                </a:lnTo>
                <a:lnTo>
                  <a:pt x="104" y="254"/>
                </a:lnTo>
                <a:lnTo>
                  <a:pt x="110" y="244"/>
                </a:lnTo>
                <a:lnTo>
                  <a:pt x="117" y="234"/>
                </a:lnTo>
                <a:lnTo>
                  <a:pt x="123" y="224"/>
                </a:lnTo>
                <a:lnTo>
                  <a:pt x="130" y="214"/>
                </a:lnTo>
                <a:lnTo>
                  <a:pt x="137" y="204"/>
                </a:lnTo>
                <a:lnTo>
                  <a:pt x="145" y="195"/>
                </a:lnTo>
                <a:lnTo>
                  <a:pt x="152" y="186"/>
                </a:lnTo>
                <a:lnTo>
                  <a:pt x="160" y="177"/>
                </a:lnTo>
                <a:lnTo>
                  <a:pt x="169" y="169"/>
                </a:lnTo>
                <a:lnTo>
                  <a:pt x="177" y="160"/>
                </a:lnTo>
                <a:lnTo>
                  <a:pt x="186" y="152"/>
                </a:lnTo>
                <a:lnTo>
                  <a:pt x="195" y="144"/>
                </a:lnTo>
                <a:lnTo>
                  <a:pt x="204" y="137"/>
                </a:lnTo>
                <a:lnTo>
                  <a:pt x="214" y="130"/>
                </a:lnTo>
                <a:lnTo>
                  <a:pt x="224" y="123"/>
                </a:lnTo>
                <a:lnTo>
                  <a:pt x="234" y="116"/>
                </a:lnTo>
                <a:lnTo>
                  <a:pt x="244" y="110"/>
                </a:lnTo>
                <a:lnTo>
                  <a:pt x="254" y="104"/>
                </a:lnTo>
                <a:lnTo>
                  <a:pt x="265" y="99"/>
                </a:lnTo>
                <a:lnTo>
                  <a:pt x="276" y="93"/>
                </a:lnTo>
                <a:lnTo>
                  <a:pt x="286" y="88"/>
                </a:lnTo>
                <a:lnTo>
                  <a:pt x="297" y="84"/>
                </a:lnTo>
                <a:lnTo>
                  <a:pt x="309" y="80"/>
                </a:lnTo>
                <a:lnTo>
                  <a:pt x="320" y="76"/>
                </a:lnTo>
                <a:lnTo>
                  <a:pt x="331" y="72"/>
                </a:lnTo>
                <a:lnTo>
                  <a:pt x="343" y="69"/>
                </a:lnTo>
                <a:lnTo>
                  <a:pt x="354" y="66"/>
                </a:lnTo>
                <a:lnTo>
                  <a:pt x="366" y="64"/>
                </a:lnTo>
                <a:lnTo>
                  <a:pt x="378" y="62"/>
                </a:lnTo>
                <a:lnTo>
                  <a:pt x="390" y="60"/>
                </a:lnTo>
                <a:lnTo>
                  <a:pt x="402" y="59"/>
                </a:lnTo>
                <a:lnTo>
                  <a:pt x="413" y="58"/>
                </a:lnTo>
                <a:lnTo>
                  <a:pt x="425" y="57"/>
                </a:lnTo>
                <a:lnTo>
                  <a:pt x="437" y="57"/>
                </a:lnTo>
                <a:lnTo>
                  <a:pt x="449" y="57"/>
                </a:lnTo>
                <a:lnTo>
                  <a:pt x="461" y="58"/>
                </a:lnTo>
                <a:lnTo>
                  <a:pt x="473" y="59"/>
                </a:lnTo>
                <a:lnTo>
                  <a:pt x="485" y="60"/>
                </a:lnTo>
                <a:lnTo>
                  <a:pt x="497" y="62"/>
                </a:lnTo>
                <a:lnTo>
                  <a:pt x="508" y="64"/>
                </a:lnTo>
                <a:lnTo>
                  <a:pt x="520" y="66"/>
                </a:lnTo>
                <a:lnTo>
                  <a:pt x="532" y="69"/>
                </a:lnTo>
                <a:lnTo>
                  <a:pt x="543" y="72"/>
                </a:lnTo>
                <a:lnTo>
                  <a:pt x="555" y="76"/>
                </a:lnTo>
                <a:lnTo>
                  <a:pt x="566" y="80"/>
                </a:lnTo>
                <a:lnTo>
                  <a:pt x="577" y="84"/>
                </a:lnTo>
                <a:lnTo>
                  <a:pt x="588" y="88"/>
                </a:lnTo>
                <a:lnTo>
                  <a:pt x="599" y="93"/>
                </a:lnTo>
                <a:lnTo>
                  <a:pt x="610" y="99"/>
                </a:lnTo>
                <a:lnTo>
                  <a:pt x="620" y="104"/>
                </a:lnTo>
                <a:lnTo>
                  <a:pt x="631" y="110"/>
                </a:lnTo>
                <a:lnTo>
                  <a:pt x="641" y="116"/>
                </a:lnTo>
                <a:lnTo>
                  <a:pt x="651" y="123"/>
                </a:lnTo>
                <a:lnTo>
                  <a:pt x="661" y="130"/>
                </a:lnTo>
                <a:lnTo>
                  <a:pt x="670" y="137"/>
                </a:lnTo>
                <a:lnTo>
                  <a:pt x="679" y="144"/>
                </a:lnTo>
                <a:lnTo>
                  <a:pt x="689" y="152"/>
                </a:lnTo>
                <a:lnTo>
                  <a:pt x="697" y="160"/>
                </a:lnTo>
                <a:lnTo>
                  <a:pt x="706" y="169"/>
                </a:lnTo>
                <a:lnTo>
                  <a:pt x="714" y="177"/>
                </a:lnTo>
                <a:lnTo>
                  <a:pt x="722" y="186"/>
                </a:lnTo>
                <a:lnTo>
                  <a:pt x="730" y="195"/>
                </a:lnTo>
                <a:lnTo>
                  <a:pt x="737" y="204"/>
                </a:lnTo>
                <a:lnTo>
                  <a:pt x="745" y="214"/>
                </a:lnTo>
                <a:lnTo>
                  <a:pt x="751" y="224"/>
                </a:lnTo>
                <a:lnTo>
                  <a:pt x="759" y="234"/>
                </a:lnTo>
                <a:lnTo>
                  <a:pt x="765" y="244"/>
                </a:lnTo>
                <a:lnTo>
                  <a:pt x="771" y="254"/>
                </a:lnTo>
                <a:lnTo>
                  <a:pt x="777" y="265"/>
                </a:lnTo>
                <a:lnTo>
                  <a:pt x="782" y="275"/>
                </a:lnTo>
                <a:lnTo>
                  <a:pt x="787" y="286"/>
                </a:lnTo>
                <a:lnTo>
                  <a:pt x="791" y="297"/>
                </a:lnTo>
                <a:lnTo>
                  <a:pt x="796" y="308"/>
                </a:lnTo>
                <a:lnTo>
                  <a:pt x="800" y="320"/>
                </a:lnTo>
                <a:lnTo>
                  <a:pt x="803" y="332"/>
                </a:lnTo>
                <a:lnTo>
                  <a:pt x="806" y="344"/>
                </a:lnTo>
                <a:lnTo>
                  <a:pt x="809" y="355"/>
                </a:lnTo>
                <a:lnTo>
                  <a:pt x="811" y="367"/>
                </a:lnTo>
                <a:lnTo>
                  <a:pt x="813" y="379"/>
                </a:lnTo>
                <a:lnTo>
                  <a:pt x="815" y="391"/>
                </a:lnTo>
                <a:lnTo>
                  <a:pt x="816" y="402"/>
                </a:lnTo>
                <a:lnTo>
                  <a:pt x="817" y="414"/>
                </a:lnTo>
                <a:lnTo>
                  <a:pt x="818" y="426"/>
                </a:lnTo>
                <a:lnTo>
                  <a:pt x="818" y="438"/>
                </a:lnTo>
                <a:moveTo>
                  <a:pt x="875" y="438"/>
                </a:moveTo>
                <a:lnTo>
                  <a:pt x="875" y="424"/>
                </a:lnTo>
                <a:lnTo>
                  <a:pt x="874" y="411"/>
                </a:lnTo>
                <a:lnTo>
                  <a:pt x="873" y="397"/>
                </a:lnTo>
                <a:lnTo>
                  <a:pt x="872" y="383"/>
                </a:lnTo>
                <a:lnTo>
                  <a:pt x="870" y="370"/>
                </a:lnTo>
                <a:lnTo>
                  <a:pt x="868" y="356"/>
                </a:lnTo>
                <a:lnTo>
                  <a:pt x="865" y="343"/>
                </a:lnTo>
                <a:lnTo>
                  <a:pt x="862" y="329"/>
                </a:lnTo>
                <a:lnTo>
                  <a:pt x="858" y="315"/>
                </a:lnTo>
                <a:lnTo>
                  <a:pt x="854" y="302"/>
                </a:lnTo>
                <a:lnTo>
                  <a:pt x="849" y="289"/>
                </a:lnTo>
                <a:lnTo>
                  <a:pt x="845" y="276"/>
                </a:lnTo>
                <a:lnTo>
                  <a:pt x="839" y="264"/>
                </a:lnTo>
                <a:lnTo>
                  <a:pt x="834" y="251"/>
                </a:lnTo>
                <a:lnTo>
                  <a:pt x="828" y="239"/>
                </a:lnTo>
                <a:lnTo>
                  <a:pt x="821" y="227"/>
                </a:lnTo>
                <a:lnTo>
                  <a:pt x="814" y="215"/>
                </a:lnTo>
                <a:lnTo>
                  <a:pt x="807" y="203"/>
                </a:lnTo>
                <a:lnTo>
                  <a:pt x="800" y="191"/>
                </a:lnTo>
                <a:lnTo>
                  <a:pt x="792" y="180"/>
                </a:lnTo>
                <a:lnTo>
                  <a:pt x="784" y="169"/>
                </a:lnTo>
                <a:lnTo>
                  <a:pt x="775" y="159"/>
                </a:lnTo>
                <a:lnTo>
                  <a:pt x="766" y="148"/>
                </a:lnTo>
                <a:lnTo>
                  <a:pt x="757" y="138"/>
                </a:lnTo>
                <a:lnTo>
                  <a:pt x="746" y="128"/>
                </a:lnTo>
                <a:lnTo>
                  <a:pt x="736" y="119"/>
                </a:lnTo>
                <a:lnTo>
                  <a:pt x="726" y="109"/>
                </a:lnTo>
                <a:lnTo>
                  <a:pt x="716" y="100"/>
                </a:lnTo>
                <a:lnTo>
                  <a:pt x="705" y="92"/>
                </a:lnTo>
                <a:lnTo>
                  <a:pt x="694" y="84"/>
                </a:lnTo>
                <a:lnTo>
                  <a:pt x="683" y="76"/>
                </a:lnTo>
                <a:lnTo>
                  <a:pt x="671" y="68"/>
                </a:lnTo>
                <a:lnTo>
                  <a:pt x="660" y="61"/>
                </a:lnTo>
                <a:lnTo>
                  <a:pt x="648" y="54"/>
                </a:lnTo>
                <a:lnTo>
                  <a:pt x="636" y="48"/>
                </a:lnTo>
                <a:lnTo>
                  <a:pt x="623" y="42"/>
                </a:lnTo>
                <a:lnTo>
                  <a:pt x="611" y="36"/>
                </a:lnTo>
                <a:lnTo>
                  <a:pt x="598" y="31"/>
                </a:lnTo>
                <a:lnTo>
                  <a:pt x="585" y="26"/>
                </a:lnTo>
                <a:lnTo>
                  <a:pt x="572" y="21"/>
                </a:lnTo>
                <a:lnTo>
                  <a:pt x="559" y="17"/>
                </a:lnTo>
                <a:lnTo>
                  <a:pt x="546" y="14"/>
                </a:lnTo>
                <a:lnTo>
                  <a:pt x="533" y="11"/>
                </a:lnTo>
                <a:lnTo>
                  <a:pt x="519" y="8"/>
                </a:lnTo>
                <a:lnTo>
                  <a:pt x="506" y="5"/>
                </a:lnTo>
                <a:lnTo>
                  <a:pt x="492" y="4"/>
                </a:lnTo>
                <a:lnTo>
                  <a:pt x="478" y="2"/>
                </a:lnTo>
                <a:lnTo>
                  <a:pt x="465" y="1"/>
                </a:lnTo>
                <a:lnTo>
                  <a:pt x="451" y="0"/>
                </a:lnTo>
                <a:lnTo>
                  <a:pt x="437" y="0"/>
                </a:lnTo>
                <a:lnTo>
                  <a:pt x="424" y="0"/>
                </a:lnTo>
                <a:lnTo>
                  <a:pt x="410" y="1"/>
                </a:lnTo>
                <a:lnTo>
                  <a:pt x="396" y="2"/>
                </a:lnTo>
                <a:lnTo>
                  <a:pt x="383" y="4"/>
                </a:lnTo>
                <a:lnTo>
                  <a:pt x="369" y="5"/>
                </a:lnTo>
                <a:lnTo>
                  <a:pt x="355" y="8"/>
                </a:lnTo>
                <a:lnTo>
                  <a:pt x="342" y="11"/>
                </a:lnTo>
                <a:lnTo>
                  <a:pt x="329" y="14"/>
                </a:lnTo>
                <a:lnTo>
                  <a:pt x="315" y="17"/>
                </a:lnTo>
                <a:lnTo>
                  <a:pt x="302" y="21"/>
                </a:lnTo>
                <a:lnTo>
                  <a:pt x="289" y="26"/>
                </a:lnTo>
                <a:lnTo>
                  <a:pt x="276" y="31"/>
                </a:lnTo>
                <a:lnTo>
                  <a:pt x="264" y="36"/>
                </a:lnTo>
                <a:lnTo>
                  <a:pt x="251" y="42"/>
                </a:lnTo>
                <a:lnTo>
                  <a:pt x="239" y="48"/>
                </a:lnTo>
                <a:lnTo>
                  <a:pt x="227" y="54"/>
                </a:lnTo>
                <a:lnTo>
                  <a:pt x="215" y="61"/>
                </a:lnTo>
                <a:lnTo>
                  <a:pt x="203" y="68"/>
                </a:lnTo>
                <a:lnTo>
                  <a:pt x="192" y="76"/>
                </a:lnTo>
                <a:lnTo>
                  <a:pt x="180" y="84"/>
                </a:lnTo>
                <a:lnTo>
                  <a:pt x="169" y="92"/>
                </a:lnTo>
                <a:lnTo>
                  <a:pt x="159" y="100"/>
                </a:lnTo>
                <a:lnTo>
                  <a:pt x="148" y="109"/>
                </a:lnTo>
                <a:lnTo>
                  <a:pt x="138" y="119"/>
                </a:lnTo>
                <a:lnTo>
                  <a:pt x="128" y="128"/>
                </a:lnTo>
                <a:lnTo>
                  <a:pt x="119" y="138"/>
                </a:lnTo>
                <a:lnTo>
                  <a:pt x="109" y="148"/>
                </a:lnTo>
                <a:lnTo>
                  <a:pt x="101" y="159"/>
                </a:lnTo>
                <a:lnTo>
                  <a:pt x="92" y="169"/>
                </a:lnTo>
                <a:lnTo>
                  <a:pt x="84" y="180"/>
                </a:lnTo>
                <a:lnTo>
                  <a:pt x="76" y="191"/>
                </a:lnTo>
                <a:lnTo>
                  <a:pt x="68" y="203"/>
                </a:lnTo>
                <a:lnTo>
                  <a:pt x="61" y="215"/>
                </a:lnTo>
                <a:lnTo>
                  <a:pt x="54" y="227"/>
                </a:lnTo>
                <a:lnTo>
                  <a:pt x="48" y="239"/>
                </a:lnTo>
                <a:lnTo>
                  <a:pt x="42" y="251"/>
                </a:lnTo>
                <a:lnTo>
                  <a:pt x="36" y="264"/>
                </a:lnTo>
                <a:lnTo>
                  <a:pt x="31" y="276"/>
                </a:lnTo>
                <a:lnTo>
                  <a:pt x="26" y="289"/>
                </a:lnTo>
                <a:lnTo>
                  <a:pt x="22" y="302"/>
                </a:lnTo>
                <a:lnTo>
                  <a:pt x="18" y="315"/>
                </a:lnTo>
                <a:lnTo>
                  <a:pt x="14" y="329"/>
                </a:lnTo>
                <a:lnTo>
                  <a:pt x="11" y="343"/>
                </a:lnTo>
                <a:lnTo>
                  <a:pt x="8" y="356"/>
                </a:lnTo>
                <a:lnTo>
                  <a:pt x="6" y="370"/>
                </a:lnTo>
                <a:lnTo>
                  <a:pt x="4" y="383"/>
                </a:lnTo>
                <a:lnTo>
                  <a:pt x="2" y="397"/>
                </a:lnTo>
                <a:lnTo>
                  <a:pt x="1" y="411"/>
                </a:lnTo>
                <a:lnTo>
                  <a:pt x="0" y="424"/>
                </a:lnTo>
                <a:lnTo>
                  <a:pt x="0" y="438"/>
                </a:lnTo>
                <a:lnTo>
                  <a:pt x="0" y="452"/>
                </a:lnTo>
                <a:lnTo>
                  <a:pt x="1" y="466"/>
                </a:lnTo>
                <a:lnTo>
                  <a:pt x="2" y="479"/>
                </a:lnTo>
                <a:lnTo>
                  <a:pt x="4" y="493"/>
                </a:lnTo>
                <a:lnTo>
                  <a:pt x="6" y="506"/>
                </a:lnTo>
                <a:lnTo>
                  <a:pt x="8" y="520"/>
                </a:lnTo>
                <a:lnTo>
                  <a:pt x="11" y="533"/>
                </a:lnTo>
                <a:lnTo>
                  <a:pt x="14" y="547"/>
                </a:lnTo>
                <a:lnTo>
                  <a:pt x="18" y="560"/>
                </a:lnTo>
                <a:lnTo>
                  <a:pt x="22" y="573"/>
                </a:lnTo>
                <a:lnTo>
                  <a:pt x="26" y="586"/>
                </a:lnTo>
                <a:lnTo>
                  <a:pt x="31" y="599"/>
                </a:lnTo>
                <a:lnTo>
                  <a:pt x="36" y="612"/>
                </a:lnTo>
                <a:lnTo>
                  <a:pt x="42" y="624"/>
                </a:lnTo>
                <a:lnTo>
                  <a:pt x="48" y="637"/>
                </a:lnTo>
                <a:lnTo>
                  <a:pt x="54" y="649"/>
                </a:lnTo>
                <a:lnTo>
                  <a:pt x="61" y="661"/>
                </a:lnTo>
                <a:lnTo>
                  <a:pt x="68" y="672"/>
                </a:lnTo>
                <a:lnTo>
                  <a:pt x="76" y="684"/>
                </a:lnTo>
                <a:lnTo>
                  <a:pt x="84" y="695"/>
                </a:lnTo>
                <a:lnTo>
                  <a:pt x="92" y="706"/>
                </a:lnTo>
                <a:lnTo>
                  <a:pt x="101" y="717"/>
                </a:lnTo>
                <a:lnTo>
                  <a:pt x="109" y="727"/>
                </a:lnTo>
                <a:lnTo>
                  <a:pt x="119" y="737"/>
                </a:lnTo>
                <a:lnTo>
                  <a:pt x="128" y="747"/>
                </a:lnTo>
                <a:lnTo>
                  <a:pt x="138" y="757"/>
                </a:lnTo>
                <a:lnTo>
                  <a:pt x="148" y="766"/>
                </a:lnTo>
                <a:lnTo>
                  <a:pt x="159" y="775"/>
                </a:lnTo>
                <a:lnTo>
                  <a:pt x="169" y="783"/>
                </a:lnTo>
                <a:lnTo>
                  <a:pt x="180" y="792"/>
                </a:lnTo>
                <a:lnTo>
                  <a:pt x="192" y="800"/>
                </a:lnTo>
                <a:lnTo>
                  <a:pt x="203" y="807"/>
                </a:lnTo>
                <a:lnTo>
                  <a:pt x="215" y="814"/>
                </a:lnTo>
                <a:lnTo>
                  <a:pt x="227" y="821"/>
                </a:lnTo>
                <a:lnTo>
                  <a:pt x="239" y="828"/>
                </a:lnTo>
                <a:lnTo>
                  <a:pt x="251" y="834"/>
                </a:lnTo>
                <a:lnTo>
                  <a:pt x="264" y="839"/>
                </a:lnTo>
                <a:lnTo>
                  <a:pt x="276" y="844"/>
                </a:lnTo>
                <a:lnTo>
                  <a:pt x="289" y="849"/>
                </a:lnTo>
                <a:lnTo>
                  <a:pt x="302" y="854"/>
                </a:lnTo>
                <a:lnTo>
                  <a:pt x="315" y="858"/>
                </a:lnTo>
                <a:lnTo>
                  <a:pt x="329" y="861"/>
                </a:lnTo>
                <a:lnTo>
                  <a:pt x="342" y="865"/>
                </a:lnTo>
                <a:lnTo>
                  <a:pt x="355" y="867"/>
                </a:lnTo>
                <a:lnTo>
                  <a:pt x="369" y="870"/>
                </a:lnTo>
                <a:lnTo>
                  <a:pt x="383" y="872"/>
                </a:lnTo>
                <a:lnTo>
                  <a:pt x="396" y="873"/>
                </a:lnTo>
                <a:lnTo>
                  <a:pt x="410" y="874"/>
                </a:lnTo>
                <a:lnTo>
                  <a:pt x="424" y="875"/>
                </a:lnTo>
                <a:lnTo>
                  <a:pt x="437" y="875"/>
                </a:lnTo>
                <a:lnTo>
                  <a:pt x="451" y="875"/>
                </a:lnTo>
                <a:lnTo>
                  <a:pt x="465" y="874"/>
                </a:lnTo>
                <a:lnTo>
                  <a:pt x="478" y="873"/>
                </a:lnTo>
                <a:lnTo>
                  <a:pt x="492" y="872"/>
                </a:lnTo>
                <a:lnTo>
                  <a:pt x="506" y="870"/>
                </a:lnTo>
                <a:lnTo>
                  <a:pt x="519" y="867"/>
                </a:lnTo>
                <a:lnTo>
                  <a:pt x="533" y="865"/>
                </a:lnTo>
                <a:lnTo>
                  <a:pt x="546" y="861"/>
                </a:lnTo>
                <a:lnTo>
                  <a:pt x="559" y="858"/>
                </a:lnTo>
                <a:lnTo>
                  <a:pt x="572" y="854"/>
                </a:lnTo>
                <a:lnTo>
                  <a:pt x="585" y="849"/>
                </a:lnTo>
                <a:lnTo>
                  <a:pt x="598" y="844"/>
                </a:lnTo>
                <a:lnTo>
                  <a:pt x="611" y="839"/>
                </a:lnTo>
                <a:lnTo>
                  <a:pt x="623" y="834"/>
                </a:lnTo>
                <a:lnTo>
                  <a:pt x="636" y="828"/>
                </a:lnTo>
                <a:lnTo>
                  <a:pt x="648" y="821"/>
                </a:lnTo>
                <a:lnTo>
                  <a:pt x="660" y="814"/>
                </a:lnTo>
                <a:lnTo>
                  <a:pt x="671" y="807"/>
                </a:lnTo>
                <a:lnTo>
                  <a:pt x="683" y="800"/>
                </a:lnTo>
                <a:lnTo>
                  <a:pt x="694" y="792"/>
                </a:lnTo>
                <a:lnTo>
                  <a:pt x="705" y="783"/>
                </a:lnTo>
                <a:lnTo>
                  <a:pt x="716" y="775"/>
                </a:lnTo>
                <a:lnTo>
                  <a:pt x="726" y="766"/>
                </a:lnTo>
                <a:lnTo>
                  <a:pt x="736" y="757"/>
                </a:lnTo>
                <a:lnTo>
                  <a:pt x="746" y="747"/>
                </a:lnTo>
                <a:lnTo>
                  <a:pt x="757" y="737"/>
                </a:lnTo>
                <a:lnTo>
                  <a:pt x="766" y="727"/>
                </a:lnTo>
                <a:lnTo>
                  <a:pt x="775" y="717"/>
                </a:lnTo>
                <a:lnTo>
                  <a:pt x="784" y="706"/>
                </a:lnTo>
                <a:lnTo>
                  <a:pt x="792" y="695"/>
                </a:lnTo>
                <a:lnTo>
                  <a:pt x="800" y="684"/>
                </a:lnTo>
                <a:lnTo>
                  <a:pt x="807" y="672"/>
                </a:lnTo>
                <a:lnTo>
                  <a:pt x="814" y="661"/>
                </a:lnTo>
                <a:lnTo>
                  <a:pt x="821" y="649"/>
                </a:lnTo>
                <a:lnTo>
                  <a:pt x="828" y="637"/>
                </a:lnTo>
                <a:lnTo>
                  <a:pt x="834" y="624"/>
                </a:lnTo>
                <a:lnTo>
                  <a:pt x="839" y="612"/>
                </a:lnTo>
                <a:lnTo>
                  <a:pt x="845" y="599"/>
                </a:lnTo>
                <a:lnTo>
                  <a:pt x="849" y="586"/>
                </a:lnTo>
                <a:lnTo>
                  <a:pt x="854" y="573"/>
                </a:lnTo>
                <a:lnTo>
                  <a:pt x="858" y="560"/>
                </a:lnTo>
                <a:lnTo>
                  <a:pt x="862" y="547"/>
                </a:lnTo>
                <a:lnTo>
                  <a:pt x="865" y="533"/>
                </a:lnTo>
                <a:lnTo>
                  <a:pt x="868" y="520"/>
                </a:lnTo>
                <a:lnTo>
                  <a:pt x="870" y="506"/>
                </a:lnTo>
                <a:lnTo>
                  <a:pt x="872" y="493"/>
                </a:lnTo>
                <a:lnTo>
                  <a:pt x="873" y="479"/>
                </a:lnTo>
                <a:lnTo>
                  <a:pt x="874" y="466"/>
                </a:lnTo>
                <a:lnTo>
                  <a:pt x="875" y="452"/>
                </a:lnTo>
                <a:lnTo>
                  <a:pt x="875" y="438"/>
                </a:lnTo>
                <a:close/>
              </a:path>
            </a:pathLst>
          </a:custGeom>
          <a:solidFill>
            <a:srgbClr val="fffe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3660840" y="2556000"/>
            <a:ext cx="317520" cy="317520"/>
          </a:xfrm>
          <a:custGeom>
            <a:avLst/>
            <a:gdLst/>
            <a:ahLst/>
            <a:rect l="0" t="0" r="r" b="b"/>
            <a:pathLst>
              <a:path w="882" h="882">
                <a:moveTo>
                  <a:pt x="878" y="441"/>
                </a:moveTo>
                <a:lnTo>
                  <a:pt x="878" y="455"/>
                </a:lnTo>
                <a:lnTo>
                  <a:pt x="877" y="469"/>
                </a:lnTo>
                <a:lnTo>
                  <a:pt x="876" y="482"/>
                </a:lnTo>
                <a:lnTo>
                  <a:pt x="875" y="496"/>
                </a:lnTo>
                <a:lnTo>
                  <a:pt x="873" y="509"/>
                </a:lnTo>
                <a:lnTo>
                  <a:pt x="871" y="523"/>
                </a:lnTo>
                <a:lnTo>
                  <a:pt x="868" y="536"/>
                </a:lnTo>
                <a:lnTo>
                  <a:pt x="865" y="550"/>
                </a:lnTo>
                <a:lnTo>
                  <a:pt x="861" y="563"/>
                </a:lnTo>
                <a:lnTo>
                  <a:pt x="857" y="576"/>
                </a:lnTo>
                <a:lnTo>
                  <a:pt x="852" y="589"/>
                </a:lnTo>
                <a:lnTo>
                  <a:pt x="848" y="602"/>
                </a:lnTo>
                <a:lnTo>
                  <a:pt x="842" y="615"/>
                </a:lnTo>
                <a:lnTo>
                  <a:pt x="837" y="627"/>
                </a:lnTo>
                <a:lnTo>
                  <a:pt x="830" y="640"/>
                </a:lnTo>
                <a:lnTo>
                  <a:pt x="823" y="652"/>
                </a:lnTo>
                <a:lnTo>
                  <a:pt x="816" y="664"/>
                </a:lnTo>
                <a:lnTo>
                  <a:pt x="809" y="675"/>
                </a:lnTo>
                <a:lnTo>
                  <a:pt x="802" y="687"/>
                </a:lnTo>
                <a:lnTo>
                  <a:pt x="794" y="698"/>
                </a:lnTo>
                <a:lnTo>
                  <a:pt x="786" y="709"/>
                </a:lnTo>
                <a:lnTo>
                  <a:pt x="777" y="720"/>
                </a:lnTo>
                <a:lnTo>
                  <a:pt x="768" y="730"/>
                </a:lnTo>
                <a:lnTo>
                  <a:pt x="759" y="740"/>
                </a:lnTo>
                <a:lnTo>
                  <a:pt x="749" y="750"/>
                </a:lnTo>
                <a:lnTo>
                  <a:pt x="739" y="760"/>
                </a:lnTo>
                <a:lnTo>
                  <a:pt x="729" y="769"/>
                </a:lnTo>
                <a:lnTo>
                  <a:pt x="719" y="778"/>
                </a:lnTo>
                <a:lnTo>
                  <a:pt x="708" y="786"/>
                </a:lnTo>
                <a:lnTo>
                  <a:pt x="697" y="795"/>
                </a:lnTo>
                <a:lnTo>
                  <a:pt x="686" y="803"/>
                </a:lnTo>
                <a:lnTo>
                  <a:pt x="674" y="810"/>
                </a:lnTo>
                <a:lnTo>
                  <a:pt x="663" y="817"/>
                </a:lnTo>
                <a:lnTo>
                  <a:pt x="651" y="824"/>
                </a:lnTo>
                <a:lnTo>
                  <a:pt x="639" y="831"/>
                </a:lnTo>
                <a:lnTo>
                  <a:pt x="626" y="837"/>
                </a:lnTo>
                <a:lnTo>
                  <a:pt x="614" y="842"/>
                </a:lnTo>
                <a:lnTo>
                  <a:pt x="601" y="847"/>
                </a:lnTo>
                <a:lnTo>
                  <a:pt x="588" y="852"/>
                </a:lnTo>
                <a:lnTo>
                  <a:pt x="575" y="857"/>
                </a:lnTo>
                <a:lnTo>
                  <a:pt x="562" y="861"/>
                </a:lnTo>
                <a:lnTo>
                  <a:pt x="549" y="864"/>
                </a:lnTo>
                <a:lnTo>
                  <a:pt x="536" y="868"/>
                </a:lnTo>
                <a:lnTo>
                  <a:pt x="522" y="870"/>
                </a:lnTo>
                <a:lnTo>
                  <a:pt x="509" y="873"/>
                </a:lnTo>
                <a:lnTo>
                  <a:pt x="495" y="875"/>
                </a:lnTo>
                <a:lnTo>
                  <a:pt x="481" y="876"/>
                </a:lnTo>
                <a:lnTo>
                  <a:pt x="468" y="877"/>
                </a:lnTo>
                <a:lnTo>
                  <a:pt x="454" y="878"/>
                </a:lnTo>
                <a:lnTo>
                  <a:pt x="440" y="878"/>
                </a:lnTo>
                <a:lnTo>
                  <a:pt x="427" y="878"/>
                </a:lnTo>
                <a:lnTo>
                  <a:pt x="413" y="877"/>
                </a:lnTo>
                <a:lnTo>
                  <a:pt x="399" y="876"/>
                </a:lnTo>
                <a:lnTo>
                  <a:pt x="386" y="875"/>
                </a:lnTo>
                <a:lnTo>
                  <a:pt x="372" y="873"/>
                </a:lnTo>
                <a:lnTo>
                  <a:pt x="358" y="870"/>
                </a:lnTo>
                <a:lnTo>
                  <a:pt x="345" y="868"/>
                </a:lnTo>
                <a:lnTo>
                  <a:pt x="332" y="864"/>
                </a:lnTo>
                <a:lnTo>
                  <a:pt x="318" y="861"/>
                </a:lnTo>
                <a:lnTo>
                  <a:pt x="305" y="857"/>
                </a:lnTo>
                <a:lnTo>
                  <a:pt x="292" y="852"/>
                </a:lnTo>
                <a:lnTo>
                  <a:pt x="279" y="847"/>
                </a:lnTo>
                <a:lnTo>
                  <a:pt x="267" y="842"/>
                </a:lnTo>
                <a:lnTo>
                  <a:pt x="254" y="837"/>
                </a:lnTo>
                <a:lnTo>
                  <a:pt x="242" y="831"/>
                </a:lnTo>
                <a:lnTo>
                  <a:pt x="230" y="824"/>
                </a:lnTo>
                <a:lnTo>
                  <a:pt x="218" y="817"/>
                </a:lnTo>
                <a:lnTo>
                  <a:pt x="206" y="810"/>
                </a:lnTo>
                <a:lnTo>
                  <a:pt x="195" y="803"/>
                </a:lnTo>
                <a:lnTo>
                  <a:pt x="183" y="795"/>
                </a:lnTo>
                <a:lnTo>
                  <a:pt x="172" y="786"/>
                </a:lnTo>
                <a:lnTo>
                  <a:pt x="162" y="778"/>
                </a:lnTo>
                <a:lnTo>
                  <a:pt x="151" y="769"/>
                </a:lnTo>
                <a:lnTo>
                  <a:pt x="141" y="760"/>
                </a:lnTo>
                <a:lnTo>
                  <a:pt x="131" y="750"/>
                </a:lnTo>
                <a:lnTo>
                  <a:pt x="122" y="740"/>
                </a:lnTo>
                <a:lnTo>
                  <a:pt x="112" y="730"/>
                </a:lnTo>
                <a:lnTo>
                  <a:pt x="104" y="720"/>
                </a:lnTo>
                <a:lnTo>
                  <a:pt x="95" y="709"/>
                </a:lnTo>
                <a:lnTo>
                  <a:pt x="87" y="698"/>
                </a:lnTo>
                <a:lnTo>
                  <a:pt x="79" y="687"/>
                </a:lnTo>
                <a:lnTo>
                  <a:pt x="71" y="675"/>
                </a:lnTo>
                <a:lnTo>
                  <a:pt x="64" y="664"/>
                </a:lnTo>
                <a:lnTo>
                  <a:pt x="57" y="652"/>
                </a:lnTo>
                <a:lnTo>
                  <a:pt x="51" y="640"/>
                </a:lnTo>
                <a:lnTo>
                  <a:pt x="45" y="627"/>
                </a:lnTo>
                <a:lnTo>
                  <a:pt x="39" y="615"/>
                </a:lnTo>
                <a:lnTo>
                  <a:pt x="34" y="602"/>
                </a:lnTo>
                <a:lnTo>
                  <a:pt x="29" y="589"/>
                </a:lnTo>
                <a:lnTo>
                  <a:pt x="25" y="576"/>
                </a:lnTo>
                <a:lnTo>
                  <a:pt x="21" y="563"/>
                </a:lnTo>
                <a:lnTo>
                  <a:pt x="17" y="550"/>
                </a:lnTo>
                <a:lnTo>
                  <a:pt x="14" y="536"/>
                </a:lnTo>
                <a:lnTo>
                  <a:pt x="11" y="523"/>
                </a:lnTo>
                <a:lnTo>
                  <a:pt x="9" y="509"/>
                </a:lnTo>
                <a:lnTo>
                  <a:pt x="7" y="496"/>
                </a:lnTo>
                <a:lnTo>
                  <a:pt x="5" y="482"/>
                </a:lnTo>
                <a:lnTo>
                  <a:pt x="4" y="469"/>
                </a:lnTo>
                <a:lnTo>
                  <a:pt x="3" y="455"/>
                </a:lnTo>
                <a:lnTo>
                  <a:pt x="3" y="441"/>
                </a:lnTo>
                <a:lnTo>
                  <a:pt x="3" y="427"/>
                </a:lnTo>
                <a:lnTo>
                  <a:pt x="4" y="414"/>
                </a:lnTo>
                <a:lnTo>
                  <a:pt x="5" y="400"/>
                </a:lnTo>
                <a:lnTo>
                  <a:pt x="7" y="386"/>
                </a:lnTo>
                <a:lnTo>
                  <a:pt x="9" y="372"/>
                </a:lnTo>
                <a:lnTo>
                  <a:pt x="11" y="358"/>
                </a:lnTo>
                <a:lnTo>
                  <a:pt x="14" y="345"/>
                </a:lnTo>
                <a:lnTo>
                  <a:pt x="17" y="331"/>
                </a:lnTo>
                <a:lnTo>
                  <a:pt x="21" y="318"/>
                </a:lnTo>
                <a:lnTo>
                  <a:pt x="25" y="305"/>
                </a:lnTo>
                <a:lnTo>
                  <a:pt x="29" y="292"/>
                </a:lnTo>
                <a:lnTo>
                  <a:pt x="34" y="279"/>
                </a:lnTo>
                <a:lnTo>
                  <a:pt x="39" y="267"/>
                </a:lnTo>
                <a:lnTo>
                  <a:pt x="45" y="254"/>
                </a:lnTo>
                <a:lnTo>
                  <a:pt x="51" y="242"/>
                </a:lnTo>
                <a:lnTo>
                  <a:pt x="57" y="230"/>
                </a:lnTo>
                <a:lnTo>
                  <a:pt x="64" y="218"/>
                </a:lnTo>
                <a:lnTo>
                  <a:pt x="71" y="206"/>
                </a:lnTo>
                <a:lnTo>
                  <a:pt x="79" y="194"/>
                </a:lnTo>
                <a:lnTo>
                  <a:pt x="87" y="183"/>
                </a:lnTo>
                <a:lnTo>
                  <a:pt x="95" y="172"/>
                </a:lnTo>
                <a:lnTo>
                  <a:pt x="104" y="162"/>
                </a:lnTo>
                <a:lnTo>
                  <a:pt x="112" y="151"/>
                </a:lnTo>
                <a:lnTo>
                  <a:pt x="122" y="141"/>
                </a:lnTo>
                <a:lnTo>
                  <a:pt x="131" y="131"/>
                </a:lnTo>
                <a:lnTo>
                  <a:pt x="141" y="122"/>
                </a:lnTo>
                <a:lnTo>
                  <a:pt x="151" y="112"/>
                </a:lnTo>
                <a:lnTo>
                  <a:pt x="162" y="103"/>
                </a:lnTo>
                <a:lnTo>
                  <a:pt x="172" y="95"/>
                </a:lnTo>
                <a:lnTo>
                  <a:pt x="183" y="87"/>
                </a:lnTo>
                <a:lnTo>
                  <a:pt x="195" y="79"/>
                </a:lnTo>
                <a:lnTo>
                  <a:pt x="206" y="71"/>
                </a:lnTo>
                <a:lnTo>
                  <a:pt x="218" y="64"/>
                </a:lnTo>
                <a:lnTo>
                  <a:pt x="230" y="57"/>
                </a:lnTo>
                <a:lnTo>
                  <a:pt x="242" y="51"/>
                </a:lnTo>
                <a:lnTo>
                  <a:pt x="254" y="45"/>
                </a:lnTo>
                <a:lnTo>
                  <a:pt x="267" y="39"/>
                </a:lnTo>
                <a:lnTo>
                  <a:pt x="279" y="34"/>
                </a:lnTo>
                <a:lnTo>
                  <a:pt x="292" y="29"/>
                </a:lnTo>
                <a:lnTo>
                  <a:pt x="305" y="24"/>
                </a:lnTo>
                <a:lnTo>
                  <a:pt x="318" y="20"/>
                </a:lnTo>
                <a:lnTo>
                  <a:pt x="332" y="17"/>
                </a:lnTo>
                <a:lnTo>
                  <a:pt x="345" y="14"/>
                </a:lnTo>
                <a:lnTo>
                  <a:pt x="358" y="11"/>
                </a:lnTo>
                <a:lnTo>
                  <a:pt x="372" y="8"/>
                </a:lnTo>
                <a:lnTo>
                  <a:pt x="386" y="7"/>
                </a:lnTo>
                <a:lnTo>
                  <a:pt x="399" y="5"/>
                </a:lnTo>
                <a:lnTo>
                  <a:pt x="413" y="4"/>
                </a:lnTo>
                <a:lnTo>
                  <a:pt x="427" y="3"/>
                </a:lnTo>
                <a:lnTo>
                  <a:pt x="440" y="3"/>
                </a:lnTo>
                <a:lnTo>
                  <a:pt x="454" y="3"/>
                </a:lnTo>
                <a:lnTo>
                  <a:pt x="468" y="4"/>
                </a:lnTo>
                <a:lnTo>
                  <a:pt x="481" y="5"/>
                </a:lnTo>
                <a:lnTo>
                  <a:pt x="495" y="7"/>
                </a:lnTo>
                <a:lnTo>
                  <a:pt x="509" y="8"/>
                </a:lnTo>
                <a:lnTo>
                  <a:pt x="522" y="11"/>
                </a:lnTo>
                <a:lnTo>
                  <a:pt x="536" y="14"/>
                </a:lnTo>
                <a:lnTo>
                  <a:pt x="549" y="17"/>
                </a:lnTo>
                <a:lnTo>
                  <a:pt x="562" y="20"/>
                </a:lnTo>
                <a:lnTo>
                  <a:pt x="575" y="24"/>
                </a:lnTo>
                <a:lnTo>
                  <a:pt x="588" y="29"/>
                </a:lnTo>
                <a:lnTo>
                  <a:pt x="601" y="34"/>
                </a:lnTo>
                <a:lnTo>
                  <a:pt x="614" y="39"/>
                </a:lnTo>
                <a:lnTo>
                  <a:pt x="626" y="45"/>
                </a:lnTo>
                <a:lnTo>
                  <a:pt x="639" y="51"/>
                </a:lnTo>
                <a:lnTo>
                  <a:pt x="651" y="57"/>
                </a:lnTo>
                <a:lnTo>
                  <a:pt x="663" y="64"/>
                </a:lnTo>
                <a:lnTo>
                  <a:pt x="674" y="71"/>
                </a:lnTo>
                <a:lnTo>
                  <a:pt x="686" y="79"/>
                </a:lnTo>
                <a:lnTo>
                  <a:pt x="697" y="87"/>
                </a:lnTo>
                <a:lnTo>
                  <a:pt x="708" y="95"/>
                </a:lnTo>
                <a:lnTo>
                  <a:pt x="719" y="103"/>
                </a:lnTo>
                <a:lnTo>
                  <a:pt x="729" y="112"/>
                </a:lnTo>
                <a:lnTo>
                  <a:pt x="739" y="122"/>
                </a:lnTo>
                <a:lnTo>
                  <a:pt x="749" y="131"/>
                </a:lnTo>
                <a:lnTo>
                  <a:pt x="759" y="141"/>
                </a:lnTo>
                <a:lnTo>
                  <a:pt x="768" y="151"/>
                </a:lnTo>
                <a:lnTo>
                  <a:pt x="777" y="162"/>
                </a:lnTo>
                <a:lnTo>
                  <a:pt x="786" y="172"/>
                </a:lnTo>
                <a:lnTo>
                  <a:pt x="794" y="183"/>
                </a:lnTo>
                <a:lnTo>
                  <a:pt x="802" y="194"/>
                </a:lnTo>
                <a:lnTo>
                  <a:pt x="809" y="206"/>
                </a:lnTo>
                <a:lnTo>
                  <a:pt x="816" y="218"/>
                </a:lnTo>
                <a:lnTo>
                  <a:pt x="823" y="230"/>
                </a:lnTo>
                <a:lnTo>
                  <a:pt x="830" y="242"/>
                </a:lnTo>
                <a:lnTo>
                  <a:pt x="837" y="254"/>
                </a:lnTo>
                <a:lnTo>
                  <a:pt x="842" y="267"/>
                </a:lnTo>
                <a:lnTo>
                  <a:pt x="848" y="279"/>
                </a:lnTo>
                <a:lnTo>
                  <a:pt x="852" y="292"/>
                </a:lnTo>
                <a:lnTo>
                  <a:pt x="857" y="305"/>
                </a:lnTo>
                <a:lnTo>
                  <a:pt x="861" y="318"/>
                </a:lnTo>
                <a:lnTo>
                  <a:pt x="865" y="331"/>
                </a:lnTo>
                <a:lnTo>
                  <a:pt x="868" y="345"/>
                </a:lnTo>
                <a:lnTo>
                  <a:pt x="871" y="358"/>
                </a:lnTo>
                <a:lnTo>
                  <a:pt x="873" y="372"/>
                </a:lnTo>
                <a:lnTo>
                  <a:pt x="875" y="386"/>
                </a:lnTo>
                <a:lnTo>
                  <a:pt x="876" y="400"/>
                </a:lnTo>
                <a:lnTo>
                  <a:pt x="877" y="414"/>
                </a:lnTo>
                <a:lnTo>
                  <a:pt x="878" y="427"/>
                </a:lnTo>
                <a:lnTo>
                  <a:pt x="878" y="441"/>
                </a:lnTo>
                <a:moveTo>
                  <a:pt x="882" y="441"/>
                </a:moveTo>
                <a:lnTo>
                  <a:pt x="881" y="427"/>
                </a:lnTo>
                <a:lnTo>
                  <a:pt x="881" y="413"/>
                </a:lnTo>
                <a:lnTo>
                  <a:pt x="880" y="400"/>
                </a:lnTo>
                <a:lnTo>
                  <a:pt x="878" y="386"/>
                </a:lnTo>
                <a:lnTo>
                  <a:pt x="876" y="371"/>
                </a:lnTo>
                <a:lnTo>
                  <a:pt x="874" y="358"/>
                </a:lnTo>
                <a:lnTo>
                  <a:pt x="871" y="344"/>
                </a:lnTo>
                <a:lnTo>
                  <a:pt x="868" y="331"/>
                </a:lnTo>
                <a:lnTo>
                  <a:pt x="864" y="317"/>
                </a:lnTo>
                <a:lnTo>
                  <a:pt x="860" y="304"/>
                </a:lnTo>
                <a:lnTo>
                  <a:pt x="856" y="291"/>
                </a:lnTo>
                <a:lnTo>
                  <a:pt x="851" y="278"/>
                </a:lnTo>
                <a:lnTo>
                  <a:pt x="845" y="265"/>
                </a:lnTo>
                <a:lnTo>
                  <a:pt x="840" y="253"/>
                </a:lnTo>
                <a:lnTo>
                  <a:pt x="834" y="240"/>
                </a:lnTo>
                <a:lnTo>
                  <a:pt x="826" y="228"/>
                </a:lnTo>
                <a:lnTo>
                  <a:pt x="819" y="216"/>
                </a:lnTo>
                <a:lnTo>
                  <a:pt x="812" y="204"/>
                </a:lnTo>
                <a:lnTo>
                  <a:pt x="805" y="193"/>
                </a:lnTo>
                <a:lnTo>
                  <a:pt x="797" y="181"/>
                </a:lnTo>
                <a:lnTo>
                  <a:pt x="788" y="170"/>
                </a:lnTo>
                <a:lnTo>
                  <a:pt x="780" y="159"/>
                </a:lnTo>
                <a:lnTo>
                  <a:pt x="771" y="149"/>
                </a:lnTo>
                <a:lnTo>
                  <a:pt x="761" y="139"/>
                </a:lnTo>
                <a:lnTo>
                  <a:pt x="752" y="129"/>
                </a:lnTo>
                <a:lnTo>
                  <a:pt x="742" y="119"/>
                </a:lnTo>
                <a:lnTo>
                  <a:pt x="732" y="110"/>
                </a:lnTo>
                <a:lnTo>
                  <a:pt x="721" y="101"/>
                </a:lnTo>
                <a:lnTo>
                  <a:pt x="710" y="92"/>
                </a:lnTo>
                <a:lnTo>
                  <a:pt x="699" y="84"/>
                </a:lnTo>
                <a:lnTo>
                  <a:pt x="688" y="76"/>
                </a:lnTo>
                <a:lnTo>
                  <a:pt x="676" y="68"/>
                </a:lnTo>
                <a:lnTo>
                  <a:pt x="664" y="61"/>
                </a:lnTo>
                <a:lnTo>
                  <a:pt x="652" y="54"/>
                </a:lnTo>
                <a:lnTo>
                  <a:pt x="640" y="48"/>
                </a:lnTo>
                <a:lnTo>
                  <a:pt x="628" y="42"/>
                </a:lnTo>
                <a:lnTo>
                  <a:pt x="615" y="36"/>
                </a:lnTo>
                <a:lnTo>
                  <a:pt x="602" y="31"/>
                </a:lnTo>
                <a:lnTo>
                  <a:pt x="589" y="26"/>
                </a:lnTo>
                <a:lnTo>
                  <a:pt x="576" y="21"/>
                </a:lnTo>
                <a:lnTo>
                  <a:pt x="563" y="17"/>
                </a:lnTo>
                <a:lnTo>
                  <a:pt x="550" y="14"/>
                </a:lnTo>
                <a:lnTo>
                  <a:pt x="536" y="10"/>
                </a:lnTo>
                <a:lnTo>
                  <a:pt x="523" y="8"/>
                </a:lnTo>
                <a:lnTo>
                  <a:pt x="509" y="5"/>
                </a:lnTo>
                <a:lnTo>
                  <a:pt x="495" y="3"/>
                </a:lnTo>
                <a:lnTo>
                  <a:pt x="482" y="2"/>
                </a:lnTo>
                <a:lnTo>
                  <a:pt x="468" y="1"/>
                </a:lnTo>
                <a:lnTo>
                  <a:pt x="454" y="0"/>
                </a:lnTo>
                <a:lnTo>
                  <a:pt x="440" y="0"/>
                </a:lnTo>
                <a:lnTo>
                  <a:pt x="426" y="0"/>
                </a:lnTo>
                <a:lnTo>
                  <a:pt x="413" y="1"/>
                </a:lnTo>
                <a:lnTo>
                  <a:pt x="399" y="2"/>
                </a:lnTo>
                <a:lnTo>
                  <a:pt x="385" y="3"/>
                </a:lnTo>
                <a:lnTo>
                  <a:pt x="371" y="5"/>
                </a:lnTo>
                <a:lnTo>
                  <a:pt x="358" y="8"/>
                </a:lnTo>
                <a:lnTo>
                  <a:pt x="344" y="10"/>
                </a:lnTo>
                <a:lnTo>
                  <a:pt x="331" y="14"/>
                </a:lnTo>
                <a:lnTo>
                  <a:pt x="317" y="17"/>
                </a:lnTo>
                <a:lnTo>
                  <a:pt x="304" y="21"/>
                </a:lnTo>
                <a:lnTo>
                  <a:pt x="291" y="26"/>
                </a:lnTo>
                <a:lnTo>
                  <a:pt x="278" y="31"/>
                </a:lnTo>
                <a:lnTo>
                  <a:pt x="265" y="36"/>
                </a:lnTo>
                <a:lnTo>
                  <a:pt x="253" y="42"/>
                </a:lnTo>
                <a:lnTo>
                  <a:pt x="240" y="48"/>
                </a:lnTo>
                <a:lnTo>
                  <a:pt x="228" y="54"/>
                </a:lnTo>
                <a:lnTo>
                  <a:pt x="216" y="61"/>
                </a:lnTo>
                <a:lnTo>
                  <a:pt x="204" y="68"/>
                </a:lnTo>
                <a:lnTo>
                  <a:pt x="193" y="76"/>
                </a:lnTo>
                <a:lnTo>
                  <a:pt x="181" y="84"/>
                </a:lnTo>
                <a:lnTo>
                  <a:pt x="170" y="92"/>
                </a:lnTo>
                <a:lnTo>
                  <a:pt x="160" y="101"/>
                </a:lnTo>
                <a:lnTo>
                  <a:pt x="149" y="110"/>
                </a:lnTo>
                <a:lnTo>
                  <a:pt x="139" y="119"/>
                </a:lnTo>
                <a:lnTo>
                  <a:pt x="129" y="129"/>
                </a:lnTo>
                <a:lnTo>
                  <a:pt x="119" y="139"/>
                </a:lnTo>
                <a:lnTo>
                  <a:pt x="110" y="149"/>
                </a:lnTo>
                <a:lnTo>
                  <a:pt x="101" y="159"/>
                </a:lnTo>
                <a:lnTo>
                  <a:pt x="92" y="170"/>
                </a:lnTo>
                <a:lnTo>
                  <a:pt x="84" y="181"/>
                </a:lnTo>
                <a:lnTo>
                  <a:pt x="76" y="193"/>
                </a:lnTo>
                <a:lnTo>
                  <a:pt x="68" y="204"/>
                </a:lnTo>
                <a:lnTo>
                  <a:pt x="61" y="216"/>
                </a:lnTo>
                <a:lnTo>
                  <a:pt x="54" y="228"/>
                </a:lnTo>
                <a:lnTo>
                  <a:pt x="48" y="240"/>
                </a:lnTo>
                <a:lnTo>
                  <a:pt x="42" y="253"/>
                </a:lnTo>
                <a:lnTo>
                  <a:pt x="36" y="265"/>
                </a:lnTo>
                <a:lnTo>
                  <a:pt x="31" y="278"/>
                </a:lnTo>
                <a:lnTo>
                  <a:pt x="26" y="291"/>
                </a:lnTo>
                <a:lnTo>
                  <a:pt x="21" y="304"/>
                </a:lnTo>
                <a:lnTo>
                  <a:pt x="17" y="317"/>
                </a:lnTo>
                <a:lnTo>
                  <a:pt x="14" y="331"/>
                </a:lnTo>
                <a:lnTo>
                  <a:pt x="11" y="344"/>
                </a:lnTo>
                <a:lnTo>
                  <a:pt x="8" y="358"/>
                </a:lnTo>
                <a:lnTo>
                  <a:pt x="5" y="371"/>
                </a:lnTo>
                <a:lnTo>
                  <a:pt x="3" y="386"/>
                </a:lnTo>
                <a:lnTo>
                  <a:pt x="2" y="400"/>
                </a:lnTo>
                <a:lnTo>
                  <a:pt x="1" y="413"/>
                </a:lnTo>
                <a:lnTo>
                  <a:pt x="0" y="427"/>
                </a:lnTo>
                <a:lnTo>
                  <a:pt x="0" y="441"/>
                </a:lnTo>
                <a:lnTo>
                  <a:pt x="0" y="455"/>
                </a:lnTo>
                <a:lnTo>
                  <a:pt x="1" y="469"/>
                </a:lnTo>
                <a:lnTo>
                  <a:pt x="2" y="483"/>
                </a:lnTo>
                <a:lnTo>
                  <a:pt x="3" y="496"/>
                </a:lnTo>
                <a:lnTo>
                  <a:pt x="5" y="510"/>
                </a:lnTo>
                <a:lnTo>
                  <a:pt x="8" y="524"/>
                </a:lnTo>
                <a:lnTo>
                  <a:pt x="11" y="537"/>
                </a:lnTo>
                <a:lnTo>
                  <a:pt x="14" y="551"/>
                </a:lnTo>
                <a:lnTo>
                  <a:pt x="17" y="564"/>
                </a:lnTo>
                <a:lnTo>
                  <a:pt x="21" y="577"/>
                </a:lnTo>
                <a:lnTo>
                  <a:pt x="26" y="590"/>
                </a:lnTo>
                <a:lnTo>
                  <a:pt x="31" y="603"/>
                </a:lnTo>
                <a:lnTo>
                  <a:pt x="36" y="616"/>
                </a:lnTo>
                <a:lnTo>
                  <a:pt x="42" y="629"/>
                </a:lnTo>
                <a:lnTo>
                  <a:pt x="48" y="641"/>
                </a:lnTo>
                <a:lnTo>
                  <a:pt x="54" y="653"/>
                </a:lnTo>
                <a:lnTo>
                  <a:pt x="61" y="665"/>
                </a:lnTo>
                <a:lnTo>
                  <a:pt x="68" y="677"/>
                </a:lnTo>
                <a:lnTo>
                  <a:pt x="76" y="689"/>
                </a:lnTo>
                <a:lnTo>
                  <a:pt x="84" y="700"/>
                </a:lnTo>
                <a:lnTo>
                  <a:pt x="92" y="711"/>
                </a:lnTo>
                <a:lnTo>
                  <a:pt x="101" y="722"/>
                </a:lnTo>
                <a:lnTo>
                  <a:pt x="110" y="732"/>
                </a:lnTo>
                <a:lnTo>
                  <a:pt x="119" y="743"/>
                </a:lnTo>
                <a:lnTo>
                  <a:pt x="129" y="753"/>
                </a:lnTo>
                <a:lnTo>
                  <a:pt x="139" y="762"/>
                </a:lnTo>
                <a:lnTo>
                  <a:pt x="149" y="771"/>
                </a:lnTo>
                <a:lnTo>
                  <a:pt x="160" y="780"/>
                </a:lnTo>
                <a:lnTo>
                  <a:pt x="170" y="789"/>
                </a:lnTo>
                <a:lnTo>
                  <a:pt x="181" y="797"/>
                </a:lnTo>
                <a:lnTo>
                  <a:pt x="193" y="805"/>
                </a:lnTo>
                <a:lnTo>
                  <a:pt x="204" y="813"/>
                </a:lnTo>
                <a:lnTo>
                  <a:pt x="216" y="820"/>
                </a:lnTo>
                <a:lnTo>
                  <a:pt x="228" y="827"/>
                </a:lnTo>
                <a:lnTo>
                  <a:pt x="240" y="834"/>
                </a:lnTo>
                <a:lnTo>
                  <a:pt x="253" y="840"/>
                </a:lnTo>
                <a:lnTo>
                  <a:pt x="265" y="845"/>
                </a:lnTo>
                <a:lnTo>
                  <a:pt x="278" y="851"/>
                </a:lnTo>
                <a:lnTo>
                  <a:pt x="291" y="855"/>
                </a:lnTo>
                <a:lnTo>
                  <a:pt x="304" y="860"/>
                </a:lnTo>
                <a:lnTo>
                  <a:pt x="317" y="864"/>
                </a:lnTo>
                <a:lnTo>
                  <a:pt x="331" y="868"/>
                </a:lnTo>
                <a:lnTo>
                  <a:pt x="344" y="871"/>
                </a:lnTo>
                <a:lnTo>
                  <a:pt x="358" y="874"/>
                </a:lnTo>
                <a:lnTo>
                  <a:pt x="371" y="876"/>
                </a:lnTo>
                <a:lnTo>
                  <a:pt x="385" y="878"/>
                </a:lnTo>
                <a:lnTo>
                  <a:pt x="399" y="880"/>
                </a:lnTo>
                <a:lnTo>
                  <a:pt x="413" y="881"/>
                </a:lnTo>
                <a:lnTo>
                  <a:pt x="426" y="881"/>
                </a:lnTo>
                <a:lnTo>
                  <a:pt x="440" y="882"/>
                </a:lnTo>
                <a:lnTo>
                  <a:pt x="454" y="881"/>
                </a:lnTo>
                <a:lnTo>
                  <a:pt x="468" y="881"/>
                </a:lnTo>
                <a:lnTo>
                  <a:pt x="482" y="880"/>
                </a:lnTo>
                <a:lnTo>
                  <a:pt x="495" y="878"/>
                </a:lnTo>
                <a:lnTo>
                  <a:pt x="509" y="876"/>
                </a:lnTo>
                <a:lnTo>
                  <a:pt x="523" y="874"/>
                </a:lnTo>
                <a:lnTo>
                  <a:pt x="536" y="871"/>
                </a:lnTo>
                <a:lnTo>
                  <a:pt x="550" y="868"/>
                </a:lnTo>
                <a:lnTo>
                  <a:pt x="563" y="864"/>
                </a:lnTo>
                <a:lnTo>
                  <a:pt x="576" y="860"/>
                </a:lnTo>
                <a:lnTo>
                  <a:pt x="589" y="855"/>
                </a:lnTo>
                <a:lnTo>
                  <a:pt x="602" y="851"/>
                </a:lnTo>
                <a:lnTo>
                  <a:pt x="615" y="845"/>
                </a:lnTo>
                <a:lnTo>
                  <a:pt x="628" y="840"/>
                </a:lnTo>
                <a:lnTo>
                  <a:pt x="640" y="834"/>
                </a:lnTo>
                <a:lnTo>
                  <a:pt x="652" y="827"/>
                </a:lnTo>
                <a:lnTo>
                  <a:pt x="664" y="820"/>
                </a:lnTo>
                <a:lnTo>
                  <a:pt x="676" y="813"/>
                </a:lnTo>
                <a:lnTo>
                  <a:pt x="688" y="805"/>
                </a:lnTo>
                <a:lnTo>
                  <a:pt x="699" y="797"/>
                </a:lnTo>
                <a:lnTo>
                  <a:pt x="710" y="789"/>
                </a:lnTo>
                <a:lnTo>
                  <a:pt x="721" y="780"/>
                </a:lnTo>
                <a:lnTo>
                  <a:pt x="732" y="771"/>
                </a:lnTo>
                <a:lnTo>
                  <a:pt x="742" y="762"/>
                </a:lnTo>
                <a:lnTo>
                  <a:pt x="752" y="753"/>
                </a:lnTo>
                <a:lnTo>
                  <a:pt x="761" y="743"/>
                </a:lnTo>
                <a:lnTo>
                  <a:pt x="771" y="732"/>
                </a:lnTo>
                <a:lnTo>
                  <a:pt x="780" y="722"/>
                </a:lnTo>
                <a:lnTo>
                  <a:pt x="788" y="711"/>
                </a:lnTo>
                <a:lnTo>
                  <a:pt x="797" y="700"/>
                </a:lnTo>
                <a:lnTo>
                  <a:pt x="805" y="689"/>
                </a:lnTo>
                <a:lnTo>
                  <a:pt x="812" y="677"/>
                </a:lnTo>
                <a:lnTo>
                  <a:pt x="819" y="665"/>
                </a:lnTo>
                <a:lnTo>
                  <a:pt x="826" y="653"/>
                </a:lnTo>
                <a:lnTo>
                  <a:pt x="834" y="641"/>
                </a:lnTo>
                <a:lnTo>
                  <a:pt x="840" y="629"/>
                </a:lnTo>
                <a:lnTo>
                  <a:pt x="845" y="616"/>
                </a:lnTo>
                <a:lnTo>
                  <a:pt x="851" y="603"/>
                </a:lnTo>
                <a:lnTo>
                  <a:pt x="856" y="590"/>
                </a:lnTo>
                <a:lnTo>
                  <a:pt x="860" y="577"/>
                </a:lnTo>
                <a:lnTo>
                  <a:pt x="864" y="564"/>
                </a:lnTo>
                <a:lnTo>
                  <a:pt x="868" y="551"/>
                </a:lnTo>
                <a:lnTo>
                  <a:pt x="871" y="537"/>
                </a:lnTo>
                <a:lnTo>
                  <a:pt x="874" y="524"/>
                </a:lnTo>
                <a:lnTo>
                  <a:pt x="876" y="510"/>
                </a:lnTo>
                <a:lnTo>
                  <a:pt x="878" y="496"/>
                </a:lnTo>
                <a:lnTo>
                  <a:pt x="880" y="483"/>
                </a:lnTo>
                <a:lnTo>
                  <a:pt x="881" y="469"/>
                </a:lnTo>
                <a:lnTo>
                  <a:pt x="881" y="455"/>
                </a:lnTo>
                <a:lnTo>
                  <a:pt x="882" y="441"/>
                </a:lnTo>
                <a:close/>
              </a:path>
            </a:pathLst>
          </a:custGeom>
          <a:solidFill>
            <a:srgbClr val="80cc9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3509640" y="2404800"/>
            <a:ext cx="619920" cy="619920"/>
          </a:xfrm>
          <a:custGeom>
            <a:avLst/>
            <a:gdLst/>
            <a:ahLst/>
            <a:rect l="0" t="0" r="r" b="b"/>
            <a:pathLst>
              <a:path w="1722" h="1722">
                <a:moveTo>
                  <a:pt x="1301" y="860"/>
                </a:moveTo>
                <a:lnTo>
                  <a:pt x="1300" y="874"/>
                </a:lnTo>
                <a:lnTo>
                  <a:pt x="1300" y="888"/>
                </a:lnTo>
                <a:lnTo>
                  <a:pt x="1299" y="902"/>
                </a:lnTo>
                <a:lnTo>
                  <a:pt x="1297" y="915"/>
                </a:lnTo>
                <a:lnTo>
                  <a:pt x="1295" y="929"/>
                </a:lnTo>
                <a:lnTo>
                  <a:pt x="1293" y="943"/>
                </a:lnTo>
                <a:lnTo>
                  <a:pt x="1290" y="956"/>
                </a:lnTo>
                <a:lnTo>
                  <a:pt x="1287" y="970"/>
                </a:lnTo>
                <a:lnTo>
                  <a:pt x="1283" y="983"/>
                </a:lnTo>
                <a:lnTo>
                  <a:pt x="1279" y="996"/>
                </a:lnTo>
                <a:lnTo>
                  <a:pt x="1275" y="1009"/>
                </a:lnTo>
                <a:lnTo>
                  <a:pt x="1270" y="1022"/>
                </a:lnTo>
                <a:lnTo>
                  <a:pt x="1264" y="1035"/>
                </a:lnTo>
                <a:lnTo>
                  <a:pt x="1259" y="1048"/>
                </a:lnTo>
                <a:lnTo>
                  <a:pt x="1253" y="1060"/>
                </a:lnTo>
                <a:lnTo>
                  <a:pt x="1246" y="1073"/>
                </a:lnTo>
                <a:lnTo>
                  <a:pt x="1239" y="1085"/>
                </a:lnTo>
                <a:lnTo>
                  <a:pt x="1232" y="1097"/>
                </a:lnTo>
                <a:lnTo>
                  <a:pt x="1225" y="1109"/>
                </a:lnTo>
                <a:lnTo>
                  <a:pt x="1217" y="1120"/>
                </a:lnTo>
                <a:lnTo>
                  <a:pt x="1208" y="1131"/>
                </a:lnTo>
                <a:lnTo>
                  <a:pt x="1200" y="1142"/>
                </a:lnTo>
                <a:lnTo>
                  <a:pt x="1191" y="1152"/>
                </a:lnTo>
                <a:lnTo>
                  <a:pt x="1181" y="1163"/>
                </a:lnTo>
                <a:lnTo>
                  <a:pt x="1172" y="1173"/>
                </a:lnTo>
                <a:lnTo>
                  <a:pt x="1162" y="1182"/>
                </a:lnTo>
                <a:lnTo>
                  <a:pt x="1152" y="1191"/>
                </a:lnTo>
                <a:lnTo>
                  <a:pt x="1141" y="1200"/>
                </a:lnTo>
                <a:lnTo>
                  <a:pt x="1130" y="1209"/>
                </a:lnTo>
                <a:lnTo>
                  <a:pt x="1119" y="1217"/>
                </a:lnTo>
                <a:lnTo>
                  <a:pt x="1108" y="1225"/>
                </a:lnTo>
                <a:lnTo>
                  <a:pt x="1096" y="1233"/>
                </a:lnTo>
                <a:lnTo>
                  <a:pt x="1084" y="1240"/>
                </a:lnTo>
                <a:lnTo>
                  <a:pt x="1072" y="1247"/>
                </a:lnTo>
                <a:lnTo>
                  <a:pt x="1060" y="1254"/>
                </a:lnTo>
                <a:lnTo>
                  <a:pt x="1048" y="1260"/>
                </a:lnTo>
                <a:lnTo>
                  <a:pt x="1035" y="1265"/>
                </a:lnTo>
                <a:lnTo>
                  <a:pt x="1022" y="1271"/>
                </a:lnTo>
                <a:lnTo>
                  <a:pt x="1009" y="1275"/>
                </a:lnTo>
                <a:lnTo>
                  <a:pt x="996" y="1280"/>
                </a:lnTo>
                <a:lnTo>
                  <a:pt x="983" y="1284"/>
                </a:lnTo>
                <a:lnTo>
                  <a:pt x="970" y="1288"/>
                </a:lnTo>
                <a:lnTo>
                  <a:pt x="956" y="1291"/>
                </a:lnTo>
                <a:lnTo>
                  <a:pt x="943" y="1294"/>
                </a:lnTo>
                <a:lnTo>
                  <a:pt x="929" y="1296"/>
                </a:lnTo>
                <a:lnTo>
                  <a:pt x="915" y="1298"/>
                </a:lnTo>
                <a:lnTo>
                  <a:pt x="902" y="1300"/>
                </a:lnTo>
                <a:lnTo>
                  <a:pt x="888" y="1301"/>
                </a:lnTo>
                <a:lnTo>
                  <a:pt x="874" y="1301"/>
                </a:lnTo>
                <a:lnTo>
                  <a:pt x="860" y="1302"/>
                </a:lnTo>
                <a:lnTo>
                  <a:pt x="846" y="1301"/>
                </a:lnTo>
                <a:lnTo>
                  <a:pt x="833" y="1301"/>
                </a:lnTo>
                <a:lnTo>
                  <a:pt x="819" y="1300"/>
                </a:lnTo>
                <a:lnTo>
                  <a:pt x="805" y="1298"/>
                </a:lnTo>
                <a:lnTo>
                  <a:pt x="791" y="1296"/>
                </a:lnTo>
                <a:lnTo>
                  <a:pt x="778" y="1294"/>
                </a:lnTo>
                <a:lnTo>
                  <a:pt x="764" y="1291"/>
                </a:lnTo>
                <a:lnTo>
                  <a:pt x="751" y="1288"/>
                </a:lnTo>
                <a:lnTo>
                  <a:pt x="737" y="1284"/>
                </a:lnTo>
                <a:lnTo>
                  <a:pt x="724" y="1280"/>
                </a:lnTo>
                <a:lnTo>
                  <a:pt x="711" y="1275"/>
                </a:lnTo>
                <a:lnTo>
                  <a:pt x="698" y="1271"/>
                </a:lnTo>
                <a:lnTo>
                  <a:pt x="685" y="1265"/>
                </a:lnTo>
                <a:lnTo>
                  <a:pt x="673" y="1260"/>
                </a:lnTo>
                <a:lnTo>
                  <a:pt x="660" y="1254"/>
                </a:lnTo>
                <a:lnTo>
                  <a:pt x="648" y="1247"/>
                </a:lnTo>
                <a:lnTo>
                  <a:pt x="636" y="1240"/>
                </a:lnTo>
                <a:lnTo>
                  <a:pt x="624" y="1233"/>
                </a:lnTo>
                <a:lnTo>
                  <a:pt x="613" y="1225"/>
                </a:lnTo>
                <a:lnTo>
                  <a:pt x="601" y="1217"/>
                </a:lnTo>
                <a:lnTo>
                  <a:pt x="590" y="1209"/>
                </a:lnTo>
                <a:lnTo>
                  <a:pt x="580" y="1200"/>
                </a:lnTo>
                <a:lnTo>
                  <a:pt x="569" y="1191"/>
                </a:lnTo>
                <a:lnTo>
                  <a:pt x="559" y="1182"/>
                </a:lnTo>
                <a:lnTo>
                  <a:pt x="549" y="1173"/>
                </a:lnTo>
                <a:lnTo>
                  <a:pt x="539" y="1163"/>
                </a:lnTo>
                <a:lnTo>
                  <a:pt x="530" y="1152"/>
                </a:lnTo>
                <a:lnTo>
                  <a:pt x="521" y="1142"/>
                </a:lnTo>
                <a:lnTo>
                  <a:pt x="512" y="1131"/>
                </a:lnTo>
                <a:lnTo>
                  <a:pt x="504" y="1120"/>
                </a:lnTo>
                <a:lnTo>
                  <a:pt x="496" y="1109"/>
                </a:lnTo>
                <a:lnTo>
                  <a:pt x="488" y="1097"/>
                </a:lnTo>
                <a:lnTo>
                  <a:pt x="481" y="1085"/>
                </a:lnTo>
                <a:lnTo>
                  <a:pt x="474" y="1073"/>
                </a:lnTo>
                <a:lnTo>
                  <a:pt x="468" y="1060"/>
                </a:lnTo>
                <a:lnTo>
                  <a:pt x="462" y="1048"/>
                </a:lnTo>
                <a:lnTo>
                  <a:pt x="456" y="1035"/>
                </a:lnTo>
                <a:lnTo>
                  <a:pt x="451" y="1022"/>
                </a:lnTo>
                <a:lnTo>
                  <a:pt x="446" y="1009"/>
                </a:lnTo>
                <a:lnTo>
                  <a:pt x="441" y="996"/>
                </a:lnTo>
                <a:lnTo>
                  <a:pt x="437" y="983"/>
                </a:lnTo>
                <a:lnTo>
                  <a:pt x="434" y="970"/>
                </a:lnTo>
                <a:lnTo>
                  <a:pt x="431" y="956"/>
                </a:lnTo>
                <a:lnTo>
                  <a:pt x="428" y="943"/>
                </a:lnTo>
                <a:lnTo>
                  <a:pt x="425" y="929"/>
                </a:lnTo>
                <a:lnTo>
                  <a:pt x="423" y="915"/>
                </a:lnTo>
                <a:lnTo>
                  <a:pt x="422" y="902"/>
                </a:lnTo>
                <a:lnTo>
                  <a:pt x="421" y="888"/>
                </a:lnTo>
                <a:lnTo>
                  <a:pt x="420" y="874"/>
                </a:lnTo>
                <a:lnTo>
                  <a:pt x="420" y="860"/>
                </a:lnTo>
                <a:lnTo>
                  <a:pt x="420" y="846"/>
                </a:lnTo>
                <a:lnTo>
                  <a:pt x="421" y="832"/>
                </a:lnTo>
                <a:lnTo>
                  <a:pt x="422" y="819"/>
                </a:lnTo>
                <a:lnTo>
                  <a:pt x="423" y="805"/>
                </a:lnTo>
                <a:lnTo>
                  <a:pt x="425" y="791"/>
                </a:lnTo>
                <a:lnTo>
                  <a:pt x="428" y="778"/>
                </a:lnTo>
                <a:lnTo>
                  <a:pt x="431" y="764"/>
                </a:lnTo>
                <a:lnTo>
                  <a:pt x="434" y="751"/>
                </a:lnTo>
                <a:lnTo>
                  <a:pt x="437" y="737"/>
                </a:lnTo>
                <a:lnTo>
                  <a:pt x="441" y="724"/>
                </a:lnTo>
                <a:lnTo>
                  <a:pt x="446" y="711"/>
                </a:lnTo>
                <a:lnTo>
                  <a:pt x="451" y="698"/>
                </a:lnTo>
                <a:lnTo>
                  <a:pt x="456" y="685"/>
                </a:lnTo>
                <a:lnTo>
                  <a:pt x="462" y="673"/>
                </a:lnTo>
                <a:lnTo>
                  <a:pt x="468" y="660"/>
                </a:lnTo>
                <a:lnTo>
                  <a:pt x="474" y="648"/>
                </a:lnTo>
                <a:lnTo>
                  <a:pt x="481" y="636"/>
                </a:lnTo>
                <a:lnTo>
                  <a:pt x="488" y="624"/>
                </a:lnTo>
                <a:lnTo>
                  <a:pt x="496" y="613"/>
                </a:lnTo>
                <a:lnTo>
                  <a:pt x="504" y="601"/>
                </a:lnTo>
                <a:lnTo>
                  <a:pt x="512" y="590"/>
                </a:lnTo>
                <a:lnTo>
                  <a:pt x="521" y="579"/>
                </a:lnTo>
                <a:lnTo>
                  <a:pt x="530" y="569"/>
                </a:lnTo>
                <a:lnTo>
                  <a:pt x="539" y="559"/>
                </a:lnTo>
                <a:lnTo>
                  <a:pt x="549" y="549"/>
                </a:lnTo>
                <a:lnTo>
                  <a:pt x="559" y="539"/>
                </a:lnTo>
                <a:lnTo>
                  <a:pt x="569" y="530"/>
                </a:lnTo>
                <a:lnTo>
                  <a:pt x="580" y="521"/>
                </a:lnTo>
                <a:lnTo>
                  <a:pt x="590" y="512"/>
                </a:lnTo>
                <a:lnTo>
                  <a:pt x="601" y="504"/>
                </a:lnTo>
                <a:lnTo>
                  <a:pt x="613" y="496"/>
                </a:lnTo>
                <a:lnTo>
                  <a:pt x="624" y="488"/>
                </a:lnTo>
                <a:lnTo>
                  <a:pt x="636" y="481"/>
                </a:lnTo>
                <a:lnTo>
                  <a:pt x="648" y="474"/>
                </a:lnTo>
                <a:lnTo>
                  <a:pt x="660" y="468"/>
                </a:lnTo>
                <a:lnTo>
                  <a:pt x="673" y="462"/>
                </a:lnTo>
                <a:lnTo>
                  <a:pt x="685" y="456"/>
                </a:lnTo>
                <a:lnTo>
                  <a:pt x="698" y="451"/>
                </a:lnTo>
                <a:lnTo>
                  <a:pt x="711" y="446"/>
                </a:lnTo>
                <a:lnTo>
                  <a:pt x="724" y="441"/>
                </a:lnTo>
                <a:lnTo>
                  <a:pt x="737" y="437"/>
                </a:lnTo>
                <a:lnTo>
                  <a:pt x="751" y="434"/>
                </a:lnTo>
                <a:lnTo>
                  <a:pt x="764" y="430"/>
                </a:lnTo>
                <a:lnTo>
                  <a:pt x="778" y="428"/>
                </a:lnTo>
                <a:lnTo>
                  <a:pt x="791" y="425"/>
                </a:lnTo>
                <a:lnTo>
                  <a:pt x="805" y="423"/>
                </a:lnTo>
                <a:lnTo>
                  <a:pt x="819" y="422"/>
                </a:lnTo>
                <a:lnTo>
                  <a:pt x="833" y="421"/>
                </a:lnTo>
                <a:lnTo>
                  <a:pt x="846" y="420"/>
                </a:lnTo>
                <a:lnTo>
                  <a:pt x="860" y="420"/>
                </a:lnTo>
                <a:lnTo>
                  <a:pt x="874" y="420"/>
                </a:lnTo>
                <a:lnTo>
                  <a:pt x="888" y="421"/>
                </a:lnTo>
                <a:lnTo>
                  <a:pt x="902" y="422"/>
                </a:lnTo>
                <a:lnTo>
                  <a:pt x="915" y="423"/>
                </a:lnTo>
                <a:lnTo>
                  <a:pt x="929" y="425"/>
                </a:lnTo>
                <a:lnTo>
                  <a:pt x="943" y="428"/>
                </a:lnTo>
                <a:lnTo>
                  <a:pt x="956" y="430"/>
                </a:lnTo>
                <a:lnTo>
                  <a:pt x="970" y="434"/>
                </a:lnTo>
                <a:lnTo>
                  <a:pt x="983" y="437"/>
                </a:lnTo>
                <a:lnTo>
                  <a:pt x="996" y="441"/>
                </a:lnTo>
                <a:lnTo>
                  <a:pt x="1009" y="446"/>
                </a:lnTo>
                <a:lnTo>
                  <a:pt x="1022" y="451"/>
                </a:lnTo>
                <a:lnTo>
                  <a:pt x="1035" y="456"/>
                </a:lnTo>
                <a:lnTo>
                  <a:pt x="1048" y="462"/>
                </a:lnTo>
                <a:lnTo>
                  <a:pt x="1060" y="468"/>
                </a:lnTo>
                <a:lnTo>
                  <a:pt x="1072" y="474"/>
                </a:lnTo>
                <a:lnTo>
                  <a:pt x="1084" y="481"/>
                </a:lnTo>
                <a:lnTo>
                  <a:pt x="1096" y="488"/>
                </a:lnTo>
                <a:lnTo>
                  <a:pt x="1108" y="496"/>
                </a:lnTo>
                <a:lnTo>
                  <a:pt x="1119" y="504"/>
                </a:lnTo>
                <a:lnTo>
                  <a:pt x="1130" y="512"/>
                </a:lnTo>
                <a:lnTo>
                  <a:pt x="1141" y="521"/>
                </a:lnTo>
                <a:lnTo>
                  <a:pt x="1152" y="530"/>
                </a:lnTo>
                <a:lnTo>
                  <a:pt x="1162" y="539"/>
                </a:lnTo>
                <a:lnTo>
                  <a:pt x="1172" y="549"/>
                </a:lnTo>
                <a:lnTo>
                  <a:pt x="1181" y="559"/>
                </a:lnTo>
                <a:lnTo>
                  <a:pt x="1191" y="569"/>
                </a:lnTo>
                <a:lnTo>
                  <a:pt x="1200" y="579"/>
                </a:lnTo>
                <a:lnTo>
                  <a:pt x="1208" y="590"/>
                </a:lnTo>
                <a:lnTo>
                  <a:pt x="1217" y="601"/>
                </a:lnTo>
                <a:lnTo>
                  <a:pt x="1225" y="613"/>
                </a:lnTo>
                <a:lnTo>
                  <a:pt x="1232" y="624"/>
                </a:lnTo>
                <a:lnTo>
                  <a:pt x="1239" y="636"/>
                </a:lnTo>
                <a:lnTo>
                  <a:pt x="1246" y="648"/>
                </a:lnTo>
                <a:lnTo>
                  <a:pt x="1253" y="660"/>
                </a:lnTo>
                <a:lnTo>
                  <a:pt x="1259" y="673"/>
                </a:lnTo>
                <a:lnTo>
                  <a:pt x="1264" y="685"/>
                </a:lnTo>
                <a:lnTo>
                  <a:pt x="1270" y="698"/>
                </a:lnTo>
                <a:lnTo>
                  <a:pt x="1275" y="711"/>
                </a:lnTo>
                <a:lnTo>
                  <a:pt x="1279" y="724"/>
                </a:lnTo>
                <a:lnTo>
                  <a:pt x="1283" y="737"/>
                </a:lnTo>
                <a:lnTo>
                  <a:pt x="1287" y="751"/>
                </a:lnTo>
                <a:lnTo>
                  <a:pt x="1290" y="764"/>
                </a:lnTo>
                <a:lnTo>
                  <a:pt x="1293" y="778"/>
                </a:lnTo>
                <a:lnTo>
                  <a:pt x="1295" y="791"/>
                </a:lnTo>
                <a:lnTo>
                  <a:pt x="1297" y="805"/>
                </a:lnTo>
                <a:lnTo>
                  <a:pt x="1299" y="819"/>
                </a:lnTo>
                <a:lnTo>
                  <a:pt x="1300" y="832"/>
                </a:lnTo>
                <a:lnTo>
                  <a:pt x="1300" y="846"/>
                </a:lnTo>
                <a:lnTo>
                  <a:pt x="1301" y="860"/>
                </a:lnTo>
                <a:moveTo>
                  <a:pt x="1722" y="860"/>
                </a:moveTo>
                <a:lnTo>
                  <a:pt x="1721" y="833"/>
                </a:lnTo>
                <a:lnTo>
                  <a:pt x="1720" y="806"/>
                </a:lnTo>
                <a:lnTo>
                  <a:pt x="1718" y="779"/>
                </a:lnTo>
                <a:lnTo>
                  <a:pt x="1715" y="752"/>
                </a:lnTo>
                <a:lnTo>
                  <a:pt x="1711" y="725"/>
                </a:lnTo>
                <a:lnTo>
                  <a:pt x="1707" y="699"/>
                </a:lnTo>
                <a:lnTo>
                  <a:pt x="1701" y="672"/>
                </a:lnTo>
                <a:lnTo>
                  <a:pt x="1695" y="646"/>
                </a:lnTo>
                <a:lnTo>
                  <a:pt x="1688" y="620"/>
                </a:lnTo>
                <a:lnTo>
                  <a:pt x="1680" y="594"/>
                </a:lnTo>
                <a:lnTo>
                  <a:pt x="1671" y="569"/>
                </a:lnTo>
                <a:lnTo>
                  <a:pt x="1661" y="543"/>
                </a:lnTo>
                <a:lnTo>
                  <a:pt x="1651" y="518"/>
                </a:lnTo>
                <a:lnTo>
                  <a:pt x="1640" y="494"/>
                </a:lnTo>
                <a:lnTo>
                  <a:pt x="1628" y="469"/>
                </a:lnTo>
                <a:lnTo>
                  <a:pt x="1615" y="446"/>
                </a:lnTo>
                <a:lnTo>
                  <a:pt x="1602" y="422"/>
                </a:lnTo>
                <a:lnTo>
                  <a:pt x="1588" y="399"/>
                </a:lnTo>
                <a:lnTo>
                  <a:pt x="1573" y="376"/>
                </a:lnTo>
                <a:lnTo>
                  <a:pt x="1558" y="354"/>
                </a:lnTo>
                <a:lnTo>
                  <a:pt x="1541" y="333"/>
                </a:lnTo>
                <a:lnTo>
                  <a:pt x="1524" y="312"/>
                </a:lnTo>
                <a:lnTo>
                  <a:pt x="1507" y="291"/>
                </a:lnTo>
                <a:lnTo>
                  <a:pt x="1489" y="271"/>
                </a:lnTo>
                <a:lnTo>
                  <a:pt x="1470" y="252"/>
                </a:lnTo>
                <a:lnTo>
                  <a:pt x="1450" y="233"/>
                </a:lnTo>
                <a:lnTo>
                  <a:pt x="1429" y="215"/>
                </a:lnTo>
                <a:lnTo>
                  <a:pt x="1409" y="197"/>
                </a:lnTo>
                <a:lnTo>
                  <a:pt x="1388" y="180"/>
                </a:lnTo>
                <a:lnTo>
                  <a:pt x="1366" y="164"/>
                </a:lnTo>
                <a:lnTo>
                  <a:pt x="1344" y="148"/>
                </a:lnTo>
                <a:lnTo>
                  <a:pt x="1321" y="133"/>
                </a:lnTo>
                <a:lnTo>
                  <a:pt x="1298" y="119"/>
                </a:lnTo>
                <a:lnTo>
                  <a:pt x="1275" y="106"/>
                </a:lnTo>
                <a:lnTo>
                  <a:pt x="1251" y="93"/>
                </a:lnTo>
                <a:lnTo>
                  <a:pt x="1227" y="81"/>
                </a:lnTo>
                <a:lnTo>
                  <a:pt x="1202" y="70"/>
                </a:lnTo>
                <a:lnTo>
                  <a:pt x="1177" y="60"/>
                </a:lnTo>
                <a:lnTo>
                  <a:pt x="1152" y="50"/>
                </a:lnTo>
                <a:lnTo>
                  <a:pt x="1126" y="42"/>
                </a:lnTo>
                <a:lnTo>
                  <a:pt x="1100" y="34"/>
                </a:lnTo>
                <a:lnTo>
                  <a:pt x="1074" y="27"/>
                </a:lnTo>
                <a:lnTo>
                  <a:pt x="1048" y="20"/>
                </a:lnTo>
                <a:lnTo>
                  <a:pt x="1022" y="15"/>
                </a:lnTo>
                <a:lnTo>
                  <a:pt x="995" y="10"/>
                </a:lnTo>
                <a:lnTo>
                  <a:pt x="968" y="6"/>
                </a:lnTo>
                <a:lnTo>
                  <a:pt x="941" y="3"/>
                </a:lnTo>
                <a:lnTo>
                  <a:pt x="914" y="1"/>
                </a:lnTo>
                <a:lnTo>
                  <a:pt x="887" y="0"/>
                </a:lnTo>
                <a:lnTo>
                  <a:pt x="860" y="0"/>
                </a:lnTo>
                <a:lnTo>
                  <a:pt x="833" y="0"/>
                </a:lnTo>
                <a:lnTo>
                  <a:pt x="806" y="1"/>
                </a:lnTo>
                <a:lnTo>
                  <a:pt x="779" y="3"/>
                </a:lnTo>
                <a:lnTo>
                  <a:pt x="752" y="6"/>
                </a:lnTo>
                <a:lnTo>
                  <a:pt x="726" y="10"/>
                </a:lnTo>
                <a:lnTo>
                  <a:pt x="699" y="15"/>
                </a:lnTo>
                <a:lnTo>
                  <a:pt x="673" y="20"/>
                </a:lnTo>
                <a:lnTo>
                  <a:pt x="646" y="27"/>
                </a:lnTo>
                <a:lnTo>
                  <a:pt x="620" y="34"/>
                </a:lnTo>
                <a:lnTo>
                  <a:pt x="594" y="42"/>
                </a:lnTo>
                <a:lnTo>
                  <a:pt x="569" y="50"/>
                </a:lnTo>
                <a:lnTo>
                  <a:pt x="543" y="60"/>
                </a:lnTo>
                <a:lnTo>
                  <a:pt x="519" y="70"/>
                </a:lnTo>
                <a:lnTo>
                  <a:pt x="494" y="81"/>
                </a:lnTo>
                <a:lnTo>
                  <a:pt x="470" y="93"/>
                </a:lnTo>
                <a:lnTo>
                  <a:pt x="446" y="106"/>
                </a:lnTo>
                <a:lnTo>
                  <a:pt x="422" y="119"/>
                </a:lnTo>
                <a:lnTo>
                  <a:pt x="399" y="133"/>
                </a:lnTo>
                <a:lnTo>
                  <a:pt x="377" y="148"/>
                </a:lnTo>
                <a:lnTo>
                  <a:pt x="354" y="164"/>
                </a:lnTo>
                <a:lnTo>
                  <a:pt x="333" y="180"/>
                </a:lnTo>
                <a:lnTo>
                  <a:pt x="312" y="197"/>
                </a:lnTo>
                <a:lnTo>
                  <a:pt x="291" y="215"/>
                </a:lnTo>
                <a:lnTo>
                  <a:pt x="271" y="233"/>
                </a:lnTo>
                <a:lnTo>
                  <a:pt x="252" y="252"/>
                </a:lnTo>
                <a:lnTo>
                  <a:pt x="233" y="271"/>
                </a:lnTo>
                <a:lnTo>
                  <a:pt x="215" y="291"/>
                </a:lnTo>
                <a:lnTo>
                  <a:pt x="197" y="312"/>
                </a:lnTo>
                <a:lnTo>
                  <a:pt x="180" y="333"/>
                </a:lnTo>
                <a:lnTo>
                  <a:pt x="164" y="354"/>
                </a:lnTo>
                <a:lnTo>
                  <a:pt x="148" y="376"/>
                </a:lnTo>
                <a:lnTo>
                  <a:pt x="134" y="399"/>
                </a:lnTo>
                <a:lnTo>
                  <a:pt x="120" y="422"/>
                </a:lnTo>
                <a:lnTo>
                  <a:pt x="106" y="446"/>
                </a:lnTo>
                <a:lnTo>
                  <a:pt x="93" y="469"/>
                </a:lnTo>
                <a:lnTo>
                  <a:pt x="82" y="494"/>
                </a:lnTo>
                <a:lnTo>
                  <a:pt x="70" y="518"/>
                </a:lnTo>
                <a:lnTo>
                  <a:pt x="60" y="543"/>
                </a:lnTo>
                <a:lnTo>
                  <a:pt x="51" y="569"/>
                </a:lnTo>
                <a:lnTo>
                  <a:pt x="42" y="594"/>
                </a:lnTo>
                <a:lnTo>
                  <a:pt x="34" y="620"/>
                </a:lnTo>
                <a:lnTo>
                  <a:pt x="27" y="646"/>
                </a:lnTo>
                <a:lnTo>
                  <a:pt x="20" y="672"/>
                </a:lnTo>
                <a:lnTo>
                  <a:pt x="15" y="699"/>
                </a:lnTo>
                <a:lnTo>
                  <a:pt x="10" y="725"/>
                </a:lnTo>
                <a:lnTo>
                  <a:pt x="6" y="752"/>
                </a:lnTo>
                <a:lnTo>
                  <a:pt x="4" y="779"/>
                </a:lnTo>
                <a:lnTo>
                  <a:pt x="1" y="806"/>
                </a:lnTo>
                <a:lnTo>
                  <a:pt x="0" y="833"/>
                </a:lnTo>
                <a:lnTo>
                  <a:pt x="0" y="860"/>
                </a:lnTo>
                <a:lnTo>
                  <a:pt x="0" y="887"/>
                </a:lnTo>
                <a:lnTo>
                  <a:pt x="1" y="914"/>
                </a:lnTo>
                <a:lnTo>
                  <a:pt x="4" y="941"/>
                </a:lnTo>
                <a:lnTo>
                  <a:pt x="6" y="968"/>
                </a:lnTo>
                <a:lnTo>
                  <a:pt x="10" y="995"/>
                </a:lnTo>
                <a:lnTo>
                  <a:pt x="15" y="1021"/>
                </a:lnTo>
                <a:lnTo>
                  <a:pt x="20" y="1048"/>
                </a:lnTo>
                <a:lnTo>
                  <a:pt x="27" y="1075"/>
                </a:lnTo>
                <a:lnTo>
                  <a:pt x="34" y="1101"/>
                </a:lnTo>
                <a:lnTo>
                  <a:pt x="42" y="1127"/>
                </a:lnTo>
                <a:lnTo>
                  <a:pt x="51" y="1153"/>
                </a:lnTo>
                <a:lnTo>
                  <a:pt x="60" y="1178"/>
                </a:lnTo>
                <a:lnTo>
                  <a:pt x="70" y="1203"/>
                </a:lnTo>
                <a:lnTo>
                  <a:pt x="82" y="1228"/>
                </a:lnTo>
                <a:lnTo>
                  <a:pt x="93" y="1252"/>
                </a:lnTo>
                <a:lnTo>
                  <a:pt x="106" y="1276"/>
                </a:lnTo>
                <a:lnTo>
                  <a:pt x="120" y="1299"/>
                </a:lnTo>
                <a:lnTo>
                  <a:pt x="134" y="1322"/>
                </a:lnTo>
                <a:lnTo>
                  <a:pt x="148" y="1345"/>
                </a:lnTo>
                <a:lnTo>
                  <a:pt x="164" y="1367"/>
                </a:lnTo>
                <a:lnTo>
                  <a:pt x="180" y="1389"/>
                </a:lnTo>
                <a:lnTo>
                  <a:pt x="197" y="1410"/>
                </a:lnTo>
                <a:lnTo>
                  <a:pt x="215" y="1430"/>
                </a:lnTo>
                <a:lnTo>
                  <a:pt x="233" y="1450"/>
                </a:lnTo>
                <a:lnTo>
                  <a:pt x="252" y="1470"/>
                </a:lnTo>
                <a:lnTo>
                  <a:pt x="271" y="1488"/>
                </a:lnTo>
                <a:lnTo>
                  <a:pt x="291" y="1507"/>
                </a:lnTo>
                <a:lnTo>
                  <a:pt x="312" y="1524"/>
                </a:lnTo>
                <a:lnTo>
                  <a:pt x="333" y="1541"/>
                </a:lnTo>
                <a:lnTo>
                  <a:pt x="354" y="1557"/>
                </a:lnTo>
                <a:lnTo>
                  <a:pt x="377" y="1573"/>
                </a:lnTo>
                <a:lnTo>
                  <a:pt x="399" y="1588"/>
                </a:lnTo>
                <a:lnTo>
                  <a:pt x="422" y="1602"/>
                </a:lnTo>
                <a:lnTo>
                  <a:pt x="446" y="1615"/>
                </a:lnTo>
                <a:lnTo>
                  <a:pt x="470" y="1628"/>
                </a:lnTo>
                <a:lnTo>
                  <a:pt x="494" y="1640"/>
                </a:lnTo>
                <a:lnTo>
                  <a:pt x="519" y="1651"/>
                </a:lnTo>
                <a:lnTo>
                  <a:pt x="543" y="1661"/>
                </a:lnTo>
                <a:lnTo>
                  <a:pt x="569" y="1671"/>
                </a:lnTo>
                <a:lnTo>
                  <a:pt x="594" y="1680"/>
                </a:lnTo>
                <a:lnTo>
                  <a:pt x="620" y="1688"/>
                </a:lnTo>
                <a:lnTo>
                  <a:pt x="646" y="1695"/>
                </a:lnTo>
                <a:lnTo>
                  <a:pt x="673" y="1701"/>
                </a:lnTo>
                <a:lnTo>
                  <a:pt x="699" y="1706"/>
                </a:lnTo>
                <a:lnTo>
                  <a:pt x="726" y="1711"/>
                </a:lnTo>
                <a:lnTo>
                  <a:pt x="752" y="1715"/>
                </a:lnTo>
                <a:lnTo>
                  <a:pt x="779" y="1718"/>
                </a:lnTo>
                <a:lnTo>
                  <a:pt x="806" y="1720"/>
                </a:lnTo>
                <a:lnTo>
                  <a:pt x="833" y="1721"/>
                </a:lnTo>
                <a:lnTo>
                  <a:pt x="860" y="1722"/>
                </a:lnTo>
                <a:lnTo>
                  <a:pt x="887" y="1721"/>
                </a:lnTo>
                <a:lnTo>
                  <a:pt x="914" y="1720"/>
                </a:lnTo>
                <a:lnTo>
                  <a:pt x="941" y="1718"/>
                </a:lnTo>
                <a:lnTo>
                  <a:pt x="968" y="1715"/>
                </a:lnTo>
                <a:lnTo>
                  <a:pt x="995" y="1711"/>
                </a:lnTo>
                <a:lnTo>
                  <a:pt x="1022" y="1706"/>
                </a:lnTo>
                <a:lnTo>
                  <a:pt x="1048" y="1701"/>
                </a:lnTo>
                <a:lnTo>
                  <a:pt x="1074" y="1695"/>
                </a:lnTo>
                <a:lnTo>
                  <a:pt x="1100" y="1688"/>
                </a:lnTo>
                <a:lnTo>
                  <a:pt x="1126" y="1680"/>
                </a:lnTo>
                <a:lnTo>
                  <a:pt x="1152" y="1671"/>
                </a:lnTo>
                <a:lnTo>
                  <a:pt x="1177" y="1661"/>
                </a:lnTo>
                <a:lnTo>
                  <a:pt x="1202" y="1651"/>
                </a:lnTo>
                <a:lnTo>
                  <a:pt x="1227" y="1640"/>
                </a:lnTo>
                <a:lnTo>
                  <a:pt x="1251" y="1628"/>
                </a:lnTo>
                <a:lnTo>
                  <a:pt x="1275" y="1615"/>
                </a:lnTo>
                <a:lnTo>
                  <a:pt x="1298" y="1602"/>
                </a:lnTo>
                <a:lnTo>
                  <a:pt x="1321" y="1588"/>
                </a:lnTo>
                <a:lnTo>
                  <a:pt x="1344" y="1573"/>
                </a:lnTo>
                <a:lnTo>
                  <a:pt x="1366" y="1557"/>
                </a:lnTo>
                <a:lnTo>
                  <a:pt x="1388" y="1541"/>
                </a:lnTo>
                <a:lnTo>
                  <a:pt x="1409" y="1524"/>
                </a:lnTo>
                <a:lnTo>
                  <a:pt x="1429" y="1507"/>
                </a:lnTo>
                <a:lnTo>
                  <a:pt x="1450" y="1488"/>
                </a:lnTo>
                <a:lnTo>
                  <a:pt x="1470" y="1470"/>
                </a:lnTo>
                <a:lnTo>
                  <a:pt x="1489" y="1450"/>
                </a:lnTo>
                <a:lnTo>
                  <a:pt x="1507" y="1430"/>
                </a:lnTo>
                <a:lnTo>
                  <a:pt x="1524" y="1410"/>
                </a:lnTo>
                <a:lnTo>
                  <a:pt x="1541" y="1389"/>
                </a:lnTo>
                <a:lnTo>
                  <a:pt x="1558" y="1367"/>
                </a:lnTo>
                <a:lnTo>
                  <a:pt x="1573" y="1345"/>
                </a:lnTo>
                <a:lnTo>
                  <a:pt x="1588" y="1322"/>
                </a:lnTo>
                <a:lnTo>
                  <a:pt x="1602" y="1299"/>
                </a:lnTo>
                <a:lnTo>
                  <a:pt x="1615" y="1276"/>
                </a:lnTo>
                <a:lnTo>
                  <a:pt x="1628" y="1252"/>
                </a:lnTo>
                <a:lnTo>
                  <a:pt x="1640" y="1228"/>
                </a:lnTo>
                <a:lnTo>
                  <a:pt x="1651" y="1203"/>
                </a:lnTo>
                <a:lnTo>
                  <a:pt x="1661" y="1178"/>
                </a:lnTo>
                <a:lnTo>
                  <a:pt x="1671" y="1153"/>
                </a:lnTo>
                <a:lnTo>
                  <a:pt x="1680" y="1127"/>
                </a:lnTo>
                <a:lnTo>
                  <a:pt x="1688" y="1101"/>
                </a:lnTo>
                <a:lnTo>
                  <a:pt x="1695" y="1075"/>
                </a:lnTo>
                <a:lnTo>
                  <a:pt x="1701" y="1048"/>
                </a:lnTo>
                <a:lnTo>
                  <a:pt x="1707" y="1021"/>
                </a:lnTo>
                <a:lnTo>
                  <a:pt x="1711" y="995"/>
                </a:lnTo>
                <a:lnTo>
                  <a:pt x="1715" y="968"/>
                </a:lnTo>
                <a:lnTo>
                  <a:pt x="1718" y="941"/>
                </a:lnTo>
                <a:lnTo>
                  <a:pt x="1720" y="914"/>
                </a:lnTo>
                <a:lnTo>
                  <a:pt x="1721" y="887"/>
                </a:lnTo>
                <a:lnTo>
                  <a:pt x="1722" y="860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3819240" y="271440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3509640" y="2404800"/>
            <a:ext cx="619920" cy="619920"/>
          </a:xfrm>
          <a:custGeom>
            <a:avLst/>
            <a:gdLst/>
            <a:ahLst/>
            <a:rect l="0" t="0" r="r" b="b"/>
            <a:pathLst>
              <a:path w="1722" h="1722">
                <a:moveTo>
                  <a:pt x="252" y="252"/>
                </a:moveTo>
                <a:lnTo>
                  <a:pt x="252" y="1470"/>
                </a:lnTo>
                <a:lnTo>
                  <a:pt x="1470" y="1470"/>
                </a:lnTo>
                <a:lnTo>
                  <a:pt x="1470" y="252"/>
                </a:lnTo>
                <a:lnTo>
                  <a:pt x="252" y="252"/>
                </a:lnTo>
                <a:moveTo>
                  <a:pt x="1722" y="860"/>
                </a:moveTo>
                <a:lnTo>
                  <a:pt x="1721" y="887"/>
                </a:lnTo>
                <a:lnTo>
                  <a:pt x="1720" y="914"/>
                </a:lnTo>
                <a:lnTo>
                  <a:pt x="1718" y="941"/>
                </a:lnTo>
                <a:lnTo>
                  <a:pt x="1715" y="968"/>
                </a:lnTo>
                <a:lnTo>
                  <a:pt x="1711" y="995"/>
                </a:lnTo>
                <a:lnTo>
                  <a:pt x="1707" y="1021"/>
                </a:lnTo>
                <a:lnTo>
                  <a:pt x="1701" y="1048"/>
                </a:lnTo>
                <a:lnTo>
                  <a:pt x="1695" y="1075"/>
                </a:lnTo>
                <a:lnTo>
                  <a:pt x="1688" y="1101"/>
                </a:lnTo>
                <a:lnTo>
                  <a:pt x="1680" y="1127"/>
                </a:lnTo>
                <a:lnTo>
                  <a:pt x="1671" y="1153"/>
                </a:lnTo>
                <a:lnTo>
                  <a:pt x="1661" y="1178"/>
                </a:lnTo>
                <a:lnTo>
                  <a:pt x="1651" y="1203"/>
                </a:lnTo>
                <a:lnTo>
                  <a:pt x="1640" y="1228"/>
                </a:lnTo>
                <a:lnTo>
                  <a:pt x="1628" y="1252"/>
                </a:lnTo>
                <a:lnTo>
                  <a:pt x="1615" y="1276"/>
                </a:lnTo>
                <a:lnTo>
                  <a:pt x="1602" y="1299"/>
                </a:lnTo>
                <a:lnTo>
                  <a:pt x="1588" y="1322"/>
                </a:lnTo>
                <a:lnTo>
                  <a:pt x="1573" y="1345"/>
                </a:lnTo>
                <a:lnTo>
                  <a:pt x="1558" y="1367"/>
                </a:lnTo>
                <a:lnTo>
                  <a:pt x="1541" y="1389"/>
                </a:lnTo>
                <a:lnTo>
                  <a:pt x="1524" y="1410"/>
                </a:lnTo>
                <a:lnTo>
                  <a:pt x="1507" y="1430"/>
                </a:lnTo>
                <a:lnTo>
                  <a:pt x="1489" y="1450"/>
                </a:lnTo>
                <a:lnTo>
                  <a:pt x="1470" y="1470"/>
                </a:lnTo>
                <a:lnTo>
                  <a:pt x="1450" y="1488"/>
                </a:lnTo>
                <a:lnTo>
                  <a:pt x="1429" y="1507"/>
                </a:lnTo>
                <a:lnTo>
                  <a:pt x="1409" y="1524"/>
                </a:lnTo>
                <a:lnTo>
                  <a:pt x="1388" y="1541"/>
                </a:lnTo>
                <a:lnTo>
                  <a:pt x="1366" y="1557"/>
                </a:lnTo>
                <a:lnTo>
                  <a:pt x="1344" y="1573"/>
                </a:lnTo>
                <a:lnTo>
                  <a:pt x="1321" y="1588"/>
                </a:lnTo>
                <a:lnTo>
                  <a:pt x="1298" y="1602"/>
                </a:lnTo>
                <a:lnTo>
                  <a:pt x="1275" y="1615"/>
                </a:lnTo>
                <a:lnTo>
                  <a:pt x="1251" y="1628"/>
                </a:lnTo>
                <a:lnTo>
                  <a:pt x="1227" y="1640"/>
                </a:lnTo>
                <a:lnTo>
                  <a:pt x="1202" y="1651"/>
                </a:lnTo>
                <a:lnTo>
                  <a:pt x="1177" y="1661"/>
                </a:lnTo>
                <a:lnTo>
                  <a:pt x="1152" y="1671"/>
                </a:lnTo>
                <a:lnTo>
                  <a:pt x="1126" y="1680"/>
                </a:lnTo>
                <a:lnTo>
                  <a:pt x="1100" y="1688"/>
                </a:lnTo>
                <a:lnTo>
                  <a:pt x="1074" y="1695"/>
                </a:lnTo>
                <a:lnTo>
                  <a:pt x="1048" y="1701"/>
                </a:lnTo>
                <a:lnTo>
                  <a:pt x="1022" y="1706"/>
                </a:lnTo>
                <a:lnTo>
                  <a:pt x="995" y="1711"/>
                </a:lnTo>
                <a:lnTo>
                  <a:pt x="968" y="1715"/>
                </a:lnTo>
                <a:lnTo>
                  <a:pt x="941" y="1718"/>
                </a:lnTo>
                <a:lnTo>
                  <a:pt x="914" y="1720"/>
                </a:lnTo>
                <a:lnTo>
                  <a:pt x="887" y="1721"/>
                </a:lnTo>
                <a:lnTo>
                  <a:pt x="860" y="1722"/>
                </a:lnTo>
                <a:lnTo>
                  <a:pt x="833" y="1721"/>
                </a:lnTo>
                <a:lnTo>
                  <a:pt x="806" y="1720"/>
                </a:lnTo>
                <a:lnTo>
                  <a:pt x="779" y="1718"/>
                </a:lnTo>
                <a:lnTo>
                  <a:pt x="752" y="1715"/>
                </a:lnTo>
                <a:lnTo>
                  <a:pt x="726" y="1711"/>
                </a:lnTo>
                <a:lnTo>
                  <a:pt x="699" y="1706"/>
                </a:lnTo>
                <a:lnTo>
                  <a:pt x="673" y="1701"/>
                </a:lnTo>
                <a:lnTo>
                  <a:pt x="646" y="1695"/>
                </a:lnTo>
                <a:lnTo>
                  <a:pt x="620" y="1688"/>
                </a:lnTo>
                <a:lnTo>
                  <a:pt x="594" y="1680"/>
                </a:lnTo>
                <a:lnTo>
                  <a:pt x="569" y="1671"/>
                </a:lnTo>
                <a:lnTo>
                  <a:pt x="543" y="1661"/>
                </a:lnTo>
                <a:lnTo>
                  <a:pt x="519" y="1651"/>
                </a:lnTo>
                <a:lnTo>
                  <a:pt x="494" y="1640"/>
                </a:lnTo>
                <a:lnTo>
                  <a:pt x="470" y="1628"/>
                </a:lnTo>
                <a:lnTo>
                  <a:pt x="446" y="1615"/>
                </a:lnTo>
                <a:lnTo>
                  <a:pt x="422" y="1602"/>
                </a:lnTo>
                <a:lnTo>
                  <a:pt x="399" y="1588"/>
                </a:lnTo>
                <a:lnTo>
                  <a:pt x="377" y="1573"/>
                </a:lnTo>
                <a:lnTo>
                  <a:pt x="354" y="1557"/>
                </a:lnTo>
                <a:lnTo>
                  <a:pt x="333" y="1541"/>
                </a:lnTo>
                <a:lnTo>
                  <a:pt x="312" y="1524"/>
                </a:lnTo>
                <a:lnTo>
                  <a:pt x="291" y="1507"/>
                </a:lnTo>
                <a:lnTo>
                  <a:pt x="271" y="1488"/>
                </a:lnTo>
                <a:lnTo>
                  <a:pt x="252" y="1470"/>
                </a:lnTo>
                <a:lnTo>
                  <a:pt x="233" y="1450"/>
                </a:lnTo>
                <a:lnTo>
                  <a:pt x="215" y="1430"/>
                </a:lnTo>
                <a:lnTo>
                  <a:pt x="197" y="1410"/>
                </a:lnTo>
                <a:lnTo>
                  <a:pt x="180" y="1389"/>
                </a:lnTo>
                <a:lnTo>
                  <a:pt x="164" y="1367"/>
                </a:lnTo>
                <a:lnTo>
                  <a:pt x="148" y="1345"/>
                </a:lnTo>
                <a:lnTo>
                  <a:pt x="134" y="1322"/>
                </a:lnTo>
                <a:lnTo>
                  <a:pt x="120" y="1299"/>
                </a:lnTo>
                <a:lnTo>
                  <a:pt x="106" y="1276"/>
                </a:lnTo>
                <a:lnTo>
                  <a:pt x="93" y="1252"/>
                </a:lnTo>
                <a:lnTo>
                  <a:pt x="82" y="1228"/>
                </a:lnTo>
                <a:lnTo>
                  <a:pt x="70" y="1203"/>
                </a:lnTo>
                <a:lnTo>
                  <a:pt x="60" y="1178"/>
                </a:lnTo>
                <a:lnTo>
                  <a:pt x="51" y="1153"/>
                </a:lnTo>
                <a:lnTo>
                  <a:pt x="42" y="1127"/>
                </a:lnTo>
                <a:lnTo>
                  <a:pt x="34" y="1101"/>
                </a:lnTo>
                <a:lnTo>
                  <a:pt x="27" y="1075"/>
                </a:lnTo>
                <a:lnTo>
                  <a:pt x="20" y="1048"/>
                </a:lnTo>
                <a:lnTo>
                  <a:pt x="15" y="1021"/>
                </a:lnTo>
                <a:lnTo>
                  <a:pt x="10" y="995"/>
                </a:lnTo>
                <a:lnTo>
                  <a:pt x="6" y="968"/>
                </a:lnTo>
                <a:lnTo>
                  <a:pt x="4" y="941"/>
                </a:lnTo>
                <a:lnTo>
                  <a:pt x="1" y="914"/>
                </a:lnTo>
                <a:lnTo>
                  <a:pt x="0" y="887"/>
                </a:lnTo>
                <a:lnTo>
                  <a:pt x="0" y="860"/>
                </a:lnTo>
                <a:lnTo>
                  <a:pt x="0" y="833"/>
                </a:lnTo>
                <a:lnTo>
                  <a:pt x="1" y="806"/>
                </a:lnTo>
                <a:lnTo>
                  <a:pt x="4" y="779"/>
                </a:lnTo>
                <a:lnTo>
                  <a:pt x="6" y="752"/>
                </a:lnTo>
                <a:lnTo>
                  <a:pt x="10" y="725"/>
                </a:lnTo>
                <a:lnTo>
                  <a:pt x="15" y="699"/>
                </a:lnTo>
                <a:lnTo>
                  <a:pt x="20" y="672"/>
                </a:lnTo>
                <a:lnTo>
                  <a:pt x="27" y="646"/>
                </a:lnTo>
                <a:lnTo>
                  <a:pt x="34" y="620"/>
                </a:lnTo>
                <a:lnTo>
                  <a:pt x="42" y="594"/>
                </a:lnTo>
                <a:lnTo>
                  <a:pt x="51" y="569"/>
                </a:lnTo>
                <a:lnTo>
                  <a:pt x="60" y="543"/>
                </a:lnTo>
                <a:lnTo>
                  <a:pt x="70" y="518"/>
                </a:lnTo>
                <a:lnTo>
                  <a:pt x="82" y="494"/>
                </a:lnTo>
                <a:lnTo>
                  <a:pt x="93" y="469"/>
                </a:lnTo>
                <a:lnTo>
                  <a:pt x="106" y="446"/>
                </a:lnTo>
                <a:lnTo>
                  <a:pt x="120" y="422"/>
                </a:lnTo>
                <a:lnTo>
                  <a:pt x="134" y="399"/>
                </a:lnTo>
                <a:lnTo>
                  <a:pt x="148" y="376"/>
                </a:lnTo>
                <a:lnTo>
                  <a:pt x="164" y="354"/>
                </a:lnTo>
                <a:lnTo>
                  <a:pt x="180" y="333"/>
                </a:lnTo>
                <a:lnTo>
                  <a:pt x="197" y="312"/>
                </a:lnTo>
                <a:lnTo>
                  <a:pt x="215" y="291"/>
                </a:lnTo>
                <a:lnTo>
                  <a:pt x="233" y="271"/>
                </a:lnTo>
                <a:lnTo>
                  <a:pt x="252" y="252"/>
                </a:lnTo>
                <a:lnTo>
                  <a:pt x="271" y="233"/>
                </a:lnTo>
                <a:lnTo>
                  <a:pt x="291" y="215"/>
                </a:lnTo>
                <a:lnTo>
                  <a:pt x="312" y="197"/>
                </a:lnTo>
                <a:lnTo>
                  <a:pt x="333" y="180"/>
                </a:lnTo>
                <a:lnTo>
                  <a:pt x="354" y="164"/>
                </a:lnTo>
                <a:lnTo>
                  <a:pt x="377" y="148"/>
                </a:lnTo>
                <a:lnTo>
                  <a:pt x="399" y="133"/>
                </a:lnTo>
                <a:lnTo>
                  <a:pt x="422" y="119"/>
                </a:lnTo>
                <a:lnTo>
                  <a:pt x="446" y="106"/>
                </a:lnTo>
                <a:lnTo>
                  <a:pt x="470" y="93"/>
                </a:lnTo>
                <a:lnTo>
                  <a:pt x="494" y="81"/>
                </a:lnTo>
                <a:lnTo>
                  <a:pt x="519" y="70"/>
                </a:lnTo>
                <a:lnTo>
                  <a:pt x="543" y="60"/>
                </a:lnTo>
                <a:lnTo>
                  <a:pt x="569" y="50"/>
                </a:lnTo>
                <a:lnTo>
                  <a:pt x="594" y="42"/>
                </a:lnTo>
                <a:lnTo>
                  <a:pt x="620" y="34"/>
                </a:lnTo>
                <a:lnTo>
                  <a:pt x="646" y="27"/>
                </a:lnTo>
                <a:lnTo>
                  <a:pt x="673" y="20"/>
                </a:lnTo>
                <a:lnTo>
                  <a:pt x="699" y="15"/>
                </a:lnTo>
                <a:lnTo>
                  <a:pt x="726" y="10"/>
                </a:lnTo>
                <a:lnTo>
                  <a:pt x="752" y="6"/>
                </a:lnTo>
                <a:lnTo>
                  <a:pt x="779" y="3"/>
                </a:lnTo>
                <a:lnTo>
                  <a:pt x="806" y="1"/>
                </a:lnTo>
                <a:lnTo>
                  <a:pt x="833" y="0"/>
                </a:lnTo>
                <a:lnTo>
                  <a:pt x="860" y="0"/>
                </a:lnTo>
                <a:lnTo>
                  <a:pt x="887" y="0"/>
                </a:lnTo>
                <a:lnTo>
                  <a:pt x="914" y="1"/>
                </a:lnTo>
                <a:lnTo>
                  <a:pt x="941" y="3"/>
                </a:lnTo>
                <a:lnTo>
                  <a:pt x="968" y="6"/>
                </a:lnTo>
                <a:lnTo>
                  <a:pt x="995" y="10"/>
                </a:lnTo>
                <a:lnTo>
                  <a:pt x="1022" y="15"/>
                </a:lnTo>
                <a:lnTo>
                  <a:pt x="1048" y="20"/>
                </a:lnTo>
                <a:lnTo>
                  <a:pt x="1074" y="27"/>
                </a:lnTo>
                <a:lnTo>
                  <a:pt x="1100" y="34"/>
                </a:lnTo>
                <a:lnTo>
                  <a:pt x="1126" y="42"/>
                </a:lnTo>
                <a:lnTo>
                  <a:pt x="1152" y="50"/>
                </a:lnTo>
                <a:lnTo>
                  <a:pt x="1177" y="60"/>
                </a:lnTo>
                <a:lnTo>
                  <a:pt x="1202" y="70"/>
                </a:lnTo>
                <a:lnTo>
                  <a:pt x="1227" y="81"/>
                </a:lnTo>
                <a:lnTo>
                  <a:pt x="1251" y="93"/>
                </a:lnTo>
                <a:lnTo>
                  <a:pt x="1275" y="106"/>
                </a:lnTo>
                <a:lnTo>
                  <a:pt x="1298" y="119"/>
                </a:lnTo>
                <a:lnTo>
                  <a:pt x="1321" y="133"/>
                </a:lnTo>
                <a:lnTo>
                  <a:pt x="1344" y="148"/>
                </a:lnTo>
                <a:lnTo>
                  <a:pt x="1366" y="164"/>
                </a:lnTo>
                <a:lnTo>
                  <a:pt x="1388" y="180"/>
                </a:lnTo>
                <a:lnTo>
                  <a:pt x="1409" y="197"/>
                </a:lnTo>
                <a:lnTo>
                  <a:pt x="1429" y="215"/>
                </a:lnTo>
                <a:lnTo>
                  <a:pt x="1450" y="233"/>
                </a:lnTo>
                <a:lnTo>
                  <a:pt x="1470" y="252"/>
                </a:lnTo>
                <a:lnTo>
                  <a:pt x="1489" y="271"/>
                </a:lnTo>
                <a:lnTo>
                  <a:pt x="1507" y="291"/>
                </a:lnTo>
                <a:lnTo>
                  <a:pt x="1524" y="312"/>
                </a:lnTo>
                <a:lnTo>
                  <a:pt x="1541" y="333"/>
                </a:lnTo>
                <a:lnTo>
                  <a:pt x="1558" y="354"/>
                </a:lnTo>
                <a:lnTo>
                  <a:pt x="1573" y="376"/>
                </a:lnTo>
                <a:lnTo>
                  <a:pt x="1588" y="399"/>
                </a:lnTo>
                <a:lnTo>
                  <a:pt x="1602" y="422"/>
                </a:lnTo>
                <a:lnTo>
                  <a:pt x="1615" y="446"/>
                </a:lnTo>
                <a:lnTo>
                  <a:pt x="1628" y="469"/>
                </a:lnTo>
                <a:lnTo>
                  <a:pt x="1640" y="494"/>
                </a:lnTo>
                <a:lnTo>
                  <a:pt x="1651" y="518"/>
                </a:lnTo>
                <a:lnTo>
                  <a:pt x="1661" y="543"/>
                </a:lnTo>
                <a:lnTo>
                  <a:pt x="1671" y="569"/>
                </a:lnTo>
                <a:lnTo>
                  <a:pt x="1680" y="594"/>
                </a:lnTo>
                <a:lnTo>
                  <a:pt x="1688" y="620"/>
                </a:lnTo>
                <a:lnTo>
                  <a:pt x="1695" y="646"/>
                </a:lnTo>
                <a:lnTo>
                  <a:pt x="1701" y="672"/>
                </a:lnTo>
                <a:lnTo>
                  <a:pt x="1707" y="699"/>
                </a:lnTo>
                <a:lnTo>
                  <a:pt x="1711" y="725"/>
                </a:lnTo>
                <a:lnTo>
                  <a:pt x="1715" y="752"/>
                </a:lnTo>
                <a:lnTo>
                  <a:pt x="1718" y="779"/>
                </a:lnTo>
                <a:lnTo>
                  <a:pt x="1720" y="806"/>
                </a:lnTo>
                <a:lnTo>
                  <a:pt x="1721" y="833"/>
                </a:lnTo>
                <a:lnTo>
                  <a:pt x="1722" y="860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4457520" y="2515320"/>
            <a:ext cx="558612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fffeff"/>
                </a:solidFill>
                <a:latin typeface="SourceSans3"/>
                <a:ea typeface="SourceSans3"/>
              </a:rPr>
              <a:t>Body text reads white on the mid-green field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14" name="" descr=""/>
          <p:cNvPicPr/>
          <p:nvPr/>
        </p:nvPicPr>
        <p:blipFill>
          <a:blip r:embed="rId4"/>
          <a:stretch/>
        </p:blipFill>
        <p:spPr>
          <a:xfrm>
            <a:off x="3602880" y="3060360"/>
            <a:ext cx="603000" cy="603000"/>
          </a:xfrm>
          <a:prstGeom prst="rect">
            <a:avLst/>
          </a:prstGeom>
          <a:ln w="0">
            <a:noFill/>
          </a:ln>
        </p:spPr>
      </p:pic>
      <p:sp>
        <p:nvSpPr>
          <p:cNvPr id="215" name=""/>
          <p:cNvSpPr/>
          <p:nvPr/>
        </p:nvSpPr>
        <p:spPr>
          <a:xfrm>
            <a:off x="3602520" y="3060000"/>
            <a:ext cx="603720" cy="603720"/>
          </a:xfrm>
          <a:custGeom>
            <a:avLst/>
            <a:gdLst/>
            <a:ahLst/>
            <a:rect l="0" t="0" r="r" b="b"/>
            <a:pathLst>
              <a:path w="1677" h="1677">
                <a:moveTo>
                  <a:pt x="0" y="0"/>
                </a:moveTo>
                <a:lnTo>
                  <a:pt x="1677" y="0"/>
                </a:lnTo>
                <a:lnTo>
                  <a:pt x="1677" y="1677"/>
                </a:lnTo>
                <a:lnTo>
                  <a:pt x="0" y="167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3741120" y="3188520"/>
            <a:ext cx="271440" cy="271440"/>
          </a:xfrm>
          <a:custGeom>
            <a:avLst/>
            <a:gdLst/>
            <a:ahLst/>
            <a:rect l="0" t="0" r="r" b="b"/>
            <a:pathLst>
              <a:path w="754" h="754">
                <a:moveTo>
                  <a:pt x="376" y="376"/>
                </a:moveTo>
                <a:lnTo>
                  <a:pt x="376" y="376"/>
                </a:lnTo>
                <a:moveTo>
                  <a:pt x="754" y="376"/>
                </a:moveTo>
                <a:lnTo>
                  <a:pt x="753" y="365"/>
                </a:lnTo>
                <a:lnTo>
                  <a:pt x="753" y="353"/>
                </a:lnTo>
                <a:lnTo>
                  <a:pt x="752" y="341"/>
                </a:lnTo>
                <a:lnTo>
                  <a:pt x="751" y="329"/>
                </a:lnTo>
                <a:lnTo>
                  <a:pt x="749" y="318"/>
                </a:lnTo>
                <a:lnTo>
                  <a:pt x="747" y="306"/>
                </a:lnTo>
                <a:lnTo>
                  <a:pt x="744" y="294"/>
                </a:lnTo>
                <a:lnTo>
                  <a:pt x="742" y="283"/>
                </a:lnTo>
                <a:lnTo>
                  <a:pt x="739" y="271"/>
                </a:lnTo>
                <a:lnTo>
                  <a:pt x="735" y="260"/>
                </a:lnTo>
                <a:lnTo>
                  <a:pt x="731" y="249"/>
                </a:lnTo>
                <a:lnTo>
                  <a:pt x="727" y="238"/>
                </a:lnTo>
                <a:lnTo>
                  <a:pt x="723" y="227"/>
                </a:lnTo>
                <a:lnTo>
                  <a:pt x="718" y="216"/>
                </a:lnTo>
                <a:lnTo>
                  <a:pt x="713" y="206"/>
                </a:lnTo>
                <a:lnTo>
                  <a:pt x="707" y="195"/>
                </a:lnTo>
                <a:lnTo>
                  <a:pt x="701" y="185"/>
                </a:lnTo>
                <a:lnTo>
                  <a:pt x="695" y="175"/>
                </a:lnTo>
                <a:lnTo>
                  <a:pt x="688" y="165"/>
                </a:lnTo>
                <a:lnTo>
                  <a:pt x="682" y="155"/>
                </a:lnTo>
                <a:lnTo>
                  <a:pt x="675" y="146"/>
                </a:lnTo>
                <a:lnTo>
                  <a:pt x="667" y="136"/>
                </a:lnTo>
                <a:lnTo>
                  <a:pt x="659" y="127"/>
                </a:lnTo>
                <a:lnTo>
                  <a:pt x="652" y="119"/>
                </a:lnTo>
                <a:lnTo>
                  <a:pt x="643" y="110"/>
                </a:lnTo>
                <a:lnTo>
                  <a:pt x="635" y="102"/>
                </a:lnTo>
                <a:lnTo>
                  <a:pt x="626" y="94"/>
                </a:lnTo>
                <a:lnTo>
                  <a:pt x="617" y="86"/>
                </a:lnTo>
                <a:lnTo>
                  <a:pt x="608" y="79"/>
                </a:lnTo>
                <a:lnTo>
                  <a:pt x="598" y="72"/>
                </a:lnTo>
                <a:lnTo>
                  <a:pt x="589" y="65"/>
                </a:lnTo>
                <a:lnTo>
                  <a:pt x="579" y="59"/>
                </a:lnTo>
                <a:lnTo>
                  <a:pt x="569" y="52"/>
                </a:lnTo>
                <a:lnTo>
                  <a:pt x="558" y="47"/>
                </a:lnTo>
                <a:lnTo>
                  <a:pt x="548" y="41"/>
                </a:lnTo>
                <a:lnTo>
                  <a:pt x="537" y="36"/>
                </a:lnTo>
                <a:lnTo>
                  <a:pt x="526" y="31"/>
                </a:lnTo>
                <a:lnTo>
                  <a:pt x="515" y="26"/>
                </a:lnTo>
                <a:lnTo>
                  <a:pt x="504" y="22"/>
                </a:lnTo>
                <a:lnTo>
                  <a:pt x="492" y="18"/>
                </a:lnTo>
                <a:lnTo>
                  <a:pt x="481" y="15"/>
                </a:lnTo>
                <a:lnTo>
                  <a:pt x="470" y="12"/>
                </a:lnTo>
                <a:lnTo>
                  <a:pt x="458" y="9"/>
                </a:lnTo>
                <a:lnTo>
                  <a:pt x="447" y="7"/>
                </a:lnTo>
                <a:lnTo>
                  <a:pt x="435" y="5"/>
                </a:lnTo>
                <a:lnTo>
                  <a:pt x="423" y="3"/>
                </a:lnTo>
                <a:lnTo>
                  <a:pt x="411" y="2"/>
                </a:lnTo>
                <a:lnTo>
                  <a:pt x="400" y="1"/>
                </a:lnTo>
                <a:lnTo>
                  <a:pt x="388" y="0"/>
                </a:lnTo>
                <a:lnTo>
                  <a:pt x="376" y="0"/>
                </a:lnTo>
                <a:lnTo>
                  <a:pt x="364" y="0"/>
                </a:lnTo>
                <a:lnTo>
                  <a:pt x="352" y="1"/>
                </a:lnTo>
                <a:lnTo>
                  <a:pt x="341" y="2"/>
                </a:lnTo>
                <a:lnTo>
                  <a:pt x="329" y="3"/>
                </a:lnTo>
                <a:lnTo>
                  <a:pt x="317" y="5"/>
                </a:lnTo>
                <a:lnTo>
                  <a:pt x="305" y="7"/>
                </a:lnTo>
                <a:lnTo>
                  <a:pt x="294" y="9"/>
                </a:lnTo>
                <a:lnTo>
                  <a:pt x="282" y="12"/>
                </a:lnTo>
                <a:lnTo>
                  <a:pt x="271" y="15"/>
                </a:lnTo>
                <a:lnTo>
                  <a:pt x="260" y="18"/>
                </a:lnTo>
                <a:lnTo>
                  <a:pt x="249" y="22"/>
                </a:lnTo>
                <a:lnTo>
                  <a:pt x="237" y="26"/>
                </a:lnTo>
                <a:lnTo>
                  <a:pt x="227" y="31"/>
                </a:lnTo>
                <a:lnTo>
                  <a:pt x="216" y="36"/>
                </a:lnTo>
                <a:lnTo>
                  <a:pt x="205" y="41"/>
                </a:lnTo>
                <a:lnTo>
                  <a:pt x="195" y="47"/>
                </a:lnTo>
                <a:lnTo>
                  <a:pt x="184" y="52"/>
                </a:lnTo>
                <a:lnTo>
                  <a:pt x="174" y="59"/>
                </a:lnTo>
                <a:lnTo>
                  <a:pt x="164" y="65"/>
                </a:lnTo>
                <a:lnTo>
                  <a:pt x="155" y="72"/>
                </a:lnTo>
                <a:lnTo>
                  <a:pt x="145" y="79"/>
                </a:lnTo>
                <a:lnTo>
                  <a:pt x="136" y="86"/>
                </a:lnTo>
                <a:lnTo>
                  <a:pt x="127" y="94"/>
                </a:lnTo>
                <a:lnTo>
                  <a:pt x="118" y="102"/>
                </a:lnTo>
                <a:lnTo>
                  <a:pt x="110" y="110"/>
                </a:lnTo>
                <a:lnTo>
                  <a:pt x="102" y="119"/>
                </a:lnTo>
                <a:lnTo>
                  <a:pt x="94" y="127"/>
                </a:lnTo>
                <a:lnTo>
                  <a:pt x="86" y="136"/>
                </a:lnTo>
                <a:lnTo>
                  <a:pt x="79" y="146"/>
                </a:lnTo>
                <a:lnTo>
                  <a:pt x="71" y="155"/>
                </a:lnTo>
                <a:lnTo>
                  <a:pt x="65" y="165"/>
                </a:lnTo>
                <a:lnTo>
                  <a:pt x="58" y="175"/>
                </a:lnTo>
                <a:lnTo>
                  <a:pt x="52" y="185"/>
                </a:lnTo>
                <a:lnTo>
                  <a:pt x="46" y="195"/>
                </a:lnTo>
                <a:lnTo>
                  <a:pt x="41" y="206"/>
                </a:lnTo>
                <a:lnTo>
                  <a:pt x="35" y="216"/>
                </a:lnTo>
                <a:lnTo>
                  <a:pt x="30" y="227"/>
                </a:lnTo>
                <a:lnTo>
                  <a:pt x="26" y="238"/>
                </a:lnTo>
                <a:lnTo>
                  <a:pt x="22" y="249"/>
                </a:lnTo>
                <a:lnTo>
                  <a:pt x="18" y="260"/>
                </a:lnTo>
                <a:lnTo>
                  <a:pt x="14" y="271"/>
                </a:lnTo>
                <a:lnTo>
                  <a:pt x="11" y="283"/>
                </a:lnTo>
                <a:lnTo>
                  <a:pt x="9" y="294"/>
                </a:lnTo>
                <a:lnTo>
                  <a:pt x="6" y="306"/>
                </a:lnTo>
                <a:lnTo>
                  <a:pt x="4" y="318"/>
                </a:lnTo>
                <a:lnTo>
                  <a:pt x="2" y="329"/>
                </a:lnTo>
                <a:lnTo>
                  <a:pt x="1" y="341"/>
                </a:lnTo>
                <a:lnTo>
                  <a:pt x="0" y="353"/>
                </a:lnTo>
                <a:lnTo>
                  <a:pt x="0" y="365"/>
                </a:lnTo>
                <a:lnTo>
                  <a:pt x="0" y="376"/>
                </a:lnTo>
                <a:lnTo>
                  <a:pt x="0" y="388"/>
                </a:lnTo>
                <a:lnTo>
                  <a:pt x="0" y="400"/>
                </a:lnTo>
                <a:lnTo>
                  <a:pt x="1" y="412"/>
                </a:lnTo>
                <a:lnTo>
                  <a:pt x="2" y="424"/>
                </a:lnTo>
                <a:lnTo>
                  <a:pt x="4" y="435"/>
                </a:lnTo>
                <a:lnTo>
                  <a:pt x="6" y="447"/>
                </a:lnTo>
                <a:lnTo>
                  <a:pt x="9" y="459"/>
                </a:lnTo>
                <a:lnTo>
                  <a:pt x="11" y="470"/>
                </a:lnTo>
                <a:lnTo>
                  <a:pt x="14" y="482"/>
                </a:lnTo>
                <a:lnTo>
                  <a:pt x="18" y="493"/>
                </a:lnTo>
                <a:lnTo>
                  <a:pt x="22" y="504"/>
                </a:lnTo>
                <a:lnTo>
                  <a:pt x="26" y="515"/>
                </a:lnTo>
                <a:lnTo>
                  <a:pt x="30" y="526"/>
                </a:lnTo>
                <a:lnTo>
                  <a:pt x="35" y="537"/>
                </a:lnTo>
                <a:lnTo>
                  <a:pt x="41" y="547"/>
                </a:lnTo>
                <a:lnTo>
                  <a:pt x="46" y="559"/>
                </a:lnTo>
                <a:lnTo>
                  <a:pt x="52" y="569"/>
                </a:lnTo>
                <a:lnTo>
                  <a:pt x="58" y="579"/>
                </a:lnTo>
                <a:lnTo>
                  <a:pt x="65" y="589"/>
                </a:lnTo>
                <a:lnTo>
                  <a:pt x="71" y="599"/>
                </a:lnTo>
                <a:lnTo>
                  <a:pt x="79" y="608"/>
                </a:lnTo>
                <a:lnTo>
                  <a:pt x="86" y="617"/>
                </a:lnTo>
                <a:lnTo>
                  <a:pt x="94" y="626"/>
                </a:lnTo>
                <a:lnTo>
                  <a:pt x="102" y="635"/>
                </a:lnTo>
                <a:lnTo>
                  <a:pt x="110" y="644"/>
                </a:lnTo>
                <a:lnTo>
                  <a:pt x="118" y="652"/>
                </a:lnTo>
                <a:lnTo>
                  <a:pt x="127" y="660"/>
                </a:lnTo>
                <a:lnTo>
                  <a:pt x="136" y="668"/>
                </a:lnTo>
                <a:lnTo>
                  <a:pt x="145" y="675"/>
                </a:lnTo>
                <a:lnTo>
                  <a:pt x="155" y="682"/>
                </a:lnTo>
                <a:lnTo>
                  <a:pt x="164" y="689"/>
                </a:lnTo>
                <a:lnTo>
                  <a:pt x="174" y="695"/>
                </a:lnTo>
                <a:lnTo>
                  <a:pt x="184" y="702"/>
                </a:lnTo>
                <a:lnTo>
                  <a:pt x="195" y="707"/>
                </a:lnTo>
                <a:lnTo>
                  <a:pt x="205" y="713"/>
                </a:lnTo>
                <a:lnTo>
                  <a:pt x="216" y="718"/>
                </a:lnTo>
                <a:lnTo>
                  <a:pt x="227" y="723"/>
                </a:lnTo>
                <a:lnTo>
                  <a:pt x="237" y="728"/>
                </a:lnTo>
                <a:lnTo>
                  <a:pt x="249" y="732"/>
                </a:lnTo>
                <a:lnTo>
                  <a:pt x="260" y="736"/>
                </a:lnTo>
                <a:lnTo>
                  <a:pt x="271" y="739"/>
                </a:lnTo>
                <a:lnTo>
                  <a:pt x="282" y="742"/>
                </a:lnTo>
                <a:lnTo>
                  <a:pt x="294" y="745"/>
                </a:lnTo>
                <a:lnTo>
                  <a:pt x="305" y="747"/>
                </a:lnTo>
                <a:lnTo>
                  <a:pt x="317" y="749"/>
                </a:lnTo>
                <a:lnTo>
                  <a:pt x="329" y="751"/>
                </a:lnTo>
                <a:lnTo>
                  <a:pt x="341" y="752"/>
                </a:lnTo>
                <a:lnTo>
                  <a:pt x="352" y="753"/>
                </a:lnTo>
                <a:lnTo>
                  <a:pt x="364" y="754"/>
                </a:lnTo>
                <a:lnTo>
                  <a:pt x="376" y="754"/>
                </a:lnTo>
                <a:lnTo>
                  <a:pt x="388" y="754"/>
                </a:lnTo>
                <a:lnTo>
                  <a:pt x="400" y="753"/>
                </a:lnTo>
                <a:lnTo>
                  <a:pt x="411" y="752"/>
                </a:lnTo>
                <a:lnTo>
                  <a:pt x="423" y="751"/>
                </a:lnTo>
                <a:lnTo>
                  <a:pt x="435" y="749"/>
                </a:lnTo>
                <a:lnTo>
                  <a:pt x="447" y="747"/>
                </a:lnTo>
                <a:lnTo>
                  <a:pt x="458" y="745"/>
                </a:lnTo>
                <a:lnTo>
                  <a:pt x="470" y="742"/>
                </a:lnTo>
                <a:lnTo>
                  <a:pt x="481" y="739"/>
                </a:lnTo>
                <a:lnTo>
                  <a:pt x="492" y="736"/>
                </a:lnTo>
                <a:lnTo>
                  <a:pt x="504" y="732"/>
                </a:lnTo>
                <a:lnTo>
                  <a:pt x="515" y="728"/>
                </a:lnTo>
                <a:lnTo>
                  <a:pt x="526" y="723"/>
                </a:lnTo>
                <a:lnTo>
                  <a:pt x="537" y="718"/>
                </a:lnTo>
                <a:lnTo>
                  <a:pt x="548" y="713"/>
                </a:lnTo>
                <a:lnTo>
                  <a:pt x="558" y="707"/>
                </a:lnTo>
                <a:lnTo>
                  <a:pt x="569" y="702"/>
                </a:lnTo>
                <a:lnTo>
                  <a:pt x="579" y="695"/>
                </a:lnTo>
                <a:lnTo>
                  <a:pt x="589" y="689"/>
                </a:lnTo>
                <a:lnTo>
                  <a:pt x="598" y="682"/>
                </a:lnTo>
                <a:lnTo>
                  <a:pt x="608" y="675"/>
                </a:lnTo>
                <a:lnTo>
                  <a:pt x="617" y="668"/>
                </a:lnTo>
                <a:lnTo>
                  <a:pt x="626" y="660"/>
                </a:lnTo>
                <a:lnTo>
                  <a:pt x="635" y="652"/>
                </a:lnTo>
                <a:lnTo>
                  <a:pt x="643" y="644"/>
                </a:lnTo>
                <a:lnTo>
                  <a:pt x="652" y="635"/>
                </a:lnTo>
                <a:lnTo>
                  <a:pt x="659" y="626"/>
                </a:lnTo>
                <a:lnTo>
                  <a:pt x="667" y="617"/>
                </a:lnTo>
                <a:lnTo>
                  <a:pt x="675" y="608"/>
                </a:lnTo>
                <a:lnTo>
                  <a:pt x="682" y="599"/>
                </a:lnTo>
                <a:lnTo>
                  <a:pt x="688" y="589"/>
                </a:lnTo>
                <a:lnTo>
                  <a:pt x="695" y="579"/>
                </a:lnTo>
                <a:lnTo>
                  <a:pt x="701" y="569"/>
                </a:lnTo>
                <a:lnTo>
                  <a:pt x="707" y="559"/>
                </a:lnTo>
                <a:lnTo>
                  <a:pt x="713" y="547"/>
                </a:lnTo>
                <a:lnTo>
                  <a:pt x="718" y="537"/>
                </a:lnTo>
                <a:lnTo>
                  <a:pt x="723" y="526"/>
                </a:lnTo>
                <a:lnTo>
                  <a:pt x="727" y="515"/>
                </a:lnTo>
                <a:lnTo>
                  <a:pt x="731" y="504"/>
                </a:lnTo>
                <a:lnTo>
                  <a:pt x="735" y="493"/>
                </a:lnTo>
                <a:lnTo>
                  <a:pt x="739" y="482"/>
                </a:lnTo>
                <a:lnTo>
                  <a:pt x="742" y="470"/>
                </a:lnTo>
                <a:lnTo>
                  <a:pt x="744" y="459"/>
                </a:lnTo>
                <a:lnTo>
                  <a:pt x="747" y="447"/>
                </a:lnTo>
                <a:lnTo>
                  <a:pt x="749" y="435"/>
                </a:lnTo>
                <a:lnTo>
                  <a:pt x="751" y="424"/>
                </a:lnTo>
                <a:lnTo>
                  <a:pt x="752" y="412"/>
                </a:lnTo>
                <a:lnTo>
                  <a:pt x="753" y="400"/>
                </a:lnTo>
                <a:lnTo>
                  <a:pt x="753" y="388"/>
                </a:lnTo>
                <a:lnTo>
                  <a:pt x="754" y="376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3739680" y="3187440"/>
            <a:ext cx="273960" cy="273600"/>
          </a:xfrm>
          <a:custGeom>
            <a:avLst/>
            <a:gdLst/>
            <a:ahLst/>
            <a:rect l="0" t="0" r="r" b="b"/>
            <a:pathLst>
              <a:path w="761" h="760">
                <a:moveTo>
                  <a:pt x="758" y="379"/>
                </a:moveTo>
                <a:lnTo>
                  <a:pt x="757" y="391"/>
                </a:lnTo>
                <a:lnTo>
                  <a:pt x="757" y="403"/>
                </a:lnTo>
                <a:lnTo>
                  <a:pt x="756" y="415"/>
                </a:lnTo>
                <a:lnTo>
                  <a:pt x="755" y="427"/>
                </a:lnTo>
                <a:lnTo>
                  <a:pt x="753" y="438"/>
                </a:lnTo>
                <a:lnTo>
                  <a:pt x="751" y="450"/>
                </a:lnTo>
                <a:lnTo>
                  <a:pt x="748" y="462"/>
                </a:lnTo>
                <a:lnTo>
                  <a:pt x="746" y="473"/>
                </a:lnTo>
                <a:lnTo>
                  <a:pt x="743" y="485"/>
                </a:lnTo>
                <a:lnTo>
                  <a:pt x="739" y="496"/>
                </a:lnTo>
                <a:lnTo>
                  <a:pt x="735" y="507"/>
                </a:lnTo>
                <a:lnTo>
                  <a:pt x="731" y="518"/>
                </a:lnTo>
                <a:lnTo>
                  <a:pt x="727" y="529"/>
                </a:lnTo>
                <a:lnTo>
                  <a:pt x="722" y="540"/>
                </a:lnTo>
                <a:lnTo>
                  <a:pt x="717" y="550"/>
                </a:lnTo>
                <a:lnTo>
                  <a:pt x="711" y="561"/>
                </a:lnTo>
                <a:lnTo>
                  <a:pt x="705" y="571"/>
                </a:lnTo>
                <a:lnTo>
                  <a:pt x="699" y="581"/>
                </a:lnTo>
                <a:lnTo>
                  <a:pt x="692" y="591"/>
                </a:lnTo>
                <a:lnTo>
                  <a:pt x="686" y="601"/>
                </a:lnTo>
                <a:lnTo>
                  <a:pt x="679" y="610"/>
                </a:lnTo>
                <a:lnTo>
                  <a:pt x="671" y="619"/>
                </a:lnTo>
                <a:lnTo>
                  <a:pt x="663" y="628"/>
                </a:lnTo>
                <a:lnTo>
                  <a:pt x="656" y="638"/>
                </a:lnTo>
                <a:lnTo>
                  <a:pt x="647" y="647"/>
                </a:lnTo>
                <a:lnTo>
                  <a:pt x="639" y="655"/>
                </a:lnTo>
                <a:lnTo>
                  <a:pt x="630" y="663"/>
                </a:lnTo>
                <a:lnTo>
                  <a:pt x="621" y="671"/>
                </a:lnTo>
                <a:lnTo>
                  <a:pt x="611" y="678"/>
                </a:lnTo>
                <a:lnTo>
                  <a:pt x="601" y="685"/>
                </a:lnTo>
                <a:lnTo>
                  <a:pt x="592" y="692"/>
                </a:lnTo>
                <a:lnTo>
                  <a:pt x="582" y="698"/>
                </a:lnTo>
                <a:lnTo>
                  <a:pt x="572" y="705"/>
                </a:lnTo>
                <a:lnTo>
                  <a:pt x="561" y="710"/>
                </a:lnTo>
                <a:lnTo>
                  <a:pt x="551" y="716"/>
                </a:lnTo>
                <a:lnTo>
                  <a:pt x="540" y="721"/>
                </a:lnTo>
                <a:lnTo>
                  <a:pt x="530" y="726"/>
                </a:lnTo>
                <a:lnTo>
                  <a:pt x="519" y="731"/>
                </a:lnTo>
                <a:lnTo>
                  <a:pt x="508" y="735"/>
                </a:lnTo>
                <a:lnTo>
                  <a:pt x="496" y="739"/>
                </a:lnTo>
                <a:lnTo>
                  <a:pt x="485" y="742"/>
                </a:lnTo>
                <a:lnTo>
                  <a:pt x="474" y="745"/>
                </a:lnTo>
                <a:lnTo>
                  <a:pt x="462" y="748"/>
                </a:lnTo>
                <a:lnTo>
                  <a:pt x="451" y="750"/>
                </a:lnTo>
                <a:lnTo>
                  <a:pt x="439" y="752"/>
                </a:lnTo>
                <a:lnTo>
                  <a:pt x="427" y="754"/>
                </a:lnTo>
                <a:lnTo>
                  <a:pt x="415" y="755"/>
                </a:lnTo>
                <a:lnTo>
                  <a:pt x="404" y="756"/>
                </a:lnTo>
                <a:lnTo>
                  <a:pt x="392" y="757"/>
                </a:lnTo>
                <a:lnTo>
                  <a:pt x="380" y="757"/>
                </a:lnTo>
                <a:lnTo>
                  <a:pt x="368" y="757"/>
                </a:lnTo>
                <a:lnTo>
                  <a:pt x="356" y="756"/>
                </a:lnTo>
                <a:lnTo>
                  <a:pt x="345" y="755"/>
                </a:lnTo>
                <a:lnTo>
                  <a:pt x="333" y="754"/>
                </a:lnTo>
                <a:lnTo>
                  <a:pt x="321" y="752"/>
                </a:lnTo>
                <a:lnTo>
                  <a:pt x="309" y="750"/>
                </a:lnTo>
                <a:lnTo>
                  <a:pt x="298" y="748"/>
                </a:lnTo>
                <a:lnTo>
                  <a:pt x="286" y="745"/>
                </a:lnTo>
                <a:lnTo>
                  <a:pt x="275" y="742"/>
                </a:lnTo>
                <a:lnTo>
                  <a:pt x="264" y="739"/>
                </a:lnTo>
                <a:lnTo>
                  <a:pt x="253" y="735"/>
                </a:lnTo>
                <a:lnTo>
                  <a:pt x="241" y="731"/>
                </a:lnTo>
                <a:lnTo>
                  <a:pt x="231" y="726"/>
                </a:lnTo>
                <a:lnTo>
                  <a:pt x="220" y="721"/>
                </a:lnTo>
                <a:lnTo>
                  <a:pt x="209" y="716"/>
                </a:lnTo>
                <a:lnTo>
                  <a:pt x="199" y="710"/>
                </a:lnTo>
                <a:lnTo>
                  <a:pt x="188" y="705"/>
                </a:lnTo>
                <a:lnTo>
                  <a:pt x="178" y="698"/>
                </a:lnTo>
                <a:lnTo>
                  <a:pt x="168" y="692"/>
                </a:lnTo>
                <a:lnTo>
                  <a:pt x="159" y="685"/>
                </a:lnTo>
                <a:lnTo>
                  <a:pt x="149" y="678"/>
                </a:lnTo>
                <a:lnTo>
                  <a:pt x="140" y="671"/>
                </a:lnTo>
                <a:lnTo>
                  <a:pt x="131" y="663"/>
                </a:lnTo>
                <a:lnTo>
                  <a:pt x="122" y="655"/>
                </a:lnTo>
                <a:lnTo>
                  <a:pt x="114" y="647"/>
                </a:lnTo>
                <a:lnTo>
                  <a:pt x="106" y="638"/>
                </a:lnTo>
                <a:lnTo>
                  <a:pt x="98" y="628"/>
                </a:lnTo>
                <a:lnTo>
                  <a:pt x="90" y="619"/>
                </a:lnTo>
                <a:lnTo>
                  <a:pt x="83" y="610"/>
                </a:lnTo>
                <a:lnTo>
                  <a:pt x="75" y="601"/>
                </a:lnTo>
                <a:lnTo>
                  <a:pt x="69" y="591"/>
                </a:lnTo>
                <a:lnTo>
                  <a:pt x="62" y="581"/>
                </a:lnTo>
                <a:lnTo>
                  <a:pt x="56" y="571"/>
                </a:lnTo>
                <a:lnTo>
                  <a:pt x="50" y="561"/>
                </a:lnTo>
                <a:lnTo>
                  <a:pt x="45" y="550"/>
                </a:lnTo>
                <a:lnTo>
                  <a:pt x="39" y="540"/>
                </a:lnTo>
                <a:lnTo>
                  <a:pt x="34" y="529"/>
                </a:lnTo>
                <a:lnTo>
                  <a:pt x="30" y="518"/>
                </a:lnTo>
                <a:lnTo>
                  <a:pt x="26" y="507"/>
                </a:lnTo>
                <a:lnTo>
                  <a:pt x="22" y="496"/>
                </a:lnTo>
                <a:lnTo>
                  <a:pt x="18" y="485"/>
                </a:lnTo>
                <a:lnTo>
                  <a:pt x="15" y="473"/>
                </a:lnTo>
                <a:lnTo>
                  <a:pt x="13" y="462"/>
                </a:lnTo>
                <a:lnTo>
                  <a:pt x="10" y="450"/>
                </a:lnTo>
                <a:lnTo>
                  <a:pt x="8" y="438"/>
                </a:lnTo>
                <a:lnTo>
                  <a:pt x="6" y="427"/>
                </a:lnTo>
                <a:lnTo>
                  <a:pt x="5" y="415"/>
                </a:lnTo>
                <a:lnTo>
                  <a:pt x="4" y="403"/>
                </a:lnTo>
                <a:lnTo>
                  <a:pt x="4" y="391"/>
                </a:lnTo>
                <a:lnTo>
                  <a:pt x="4" y="379"/>
                </a:lnTo>
                <a:lnTo>
                  <a:pt x="4" y="368"/>
                </a:lnTo>
                <a:lnTo>
                  <a:pt x="4" y="356"/>
                </a:lnTo>
                <a:lnTo>
                  <a:pt x="5" y="344"/>
                </a:lnTo>
                <a:lnTo>
                  <a:pt x="6" y="332"/>
                </a:lnTo>
                <a:lnTo>
                  <a:pt x="8" y="321"/>
                </a:lnTo>
                <a:lnTo>
                  <a:pt x="10" y="309"/>
                </a:lnTo>
                <a:lnTo>
                  <a:pt x="13" y="297"/>
                </a:lnTo>
                <a:lnTo>
                  <a:pt x="15" y="286"/>
                </a:lnTo>
                <a:lnTo>
                  <a:pt x="18" y="274"/>
                </a:lnTo>
                <a:lnTo>
                  <a:pt x="22" y="263"/>
                </a:lnTo>
                <a:lnTo>
                  <a:pt x="26" y="252"/>
                </a:lnTo>
                <a:lnTo>
                  <a:pt x="30" y="241"/>
                </a:lnTo>
                <a:lnTo>
                  <a:pt x="34" y="230"/>
                </a:lnTo>
                <a:lnTo>
                  <a:pt x="39" y="219"/>
                </a:lnTo>
                <a:lnTo>
                  <a:pt x="45" y="209"/>
                </a:lnTo>
                <a:lnTo>
                  <a:pt x="50" y="198"/>
                </a:lnTo>
                <a:lnTo>
                  <a:pt x="56" y="188"/>
                </a:lnTo>
                <a:lnTo>
                  <a:pt x="62" y="178"/>
                </a:lnTo>
                <a:lnTo>
                  <a:pt x="69" y="168"/>
                </a:lnTo>
                <a:lnTo>
                  <a:pt x="75" y="158"/>
                </a:lnTo>
                <a:lnTo>
                  <a:pt x="83" y="149"/>
                </a:lnTo>
                <a:lnTo>
                  <a:pt x="90" y="139"/>
                </a:lnTo>
                <a:lnTo>
                  <a:pt x="98" y="130"/>
                </a:lnTo>
                <a:lnTo>
                  <a:pt x="106" y="122"/>
                </a:lnTo>
                <a:lnTo>
                  <a:pt x="114" y="113"/>
                </a:lnTo>
                <a:lnTo>
                  <a:pt x="122" y="105"/>
                </a:lnTo>
                <a:lnTo>
                  <a:pt x="131" y="97"/>
                </a:lnTo>
                <a:lnTo>
                  <a:pt x="140" y="89"/>
                </a:lnTo>
                <a:lnTo>
                  <a:pt x="149" y="82"/>
                </a:lnTo>
                <a:lnTo>
                  <a:pt x="159" y="75"/>
                </a:lnTo>
                <a:lnTo>
                  <a:pt x="168" y="68"/>
                </a:lnTo>
                <a:lnTo>
                  <a:pt x="178" y="62"/>
                </a:lnTo>
                <a:lnTo>
                  <a:pt x="188" y="55"/>
                </a:lnTo>
                <a:lnTo>
                  <a:pt x="199" y="50"/>
                </a:lnTo>
                <a:lnTo>
                  <a:pt x="209" y="44"/>
                </a:lnTo>
                <a:lnTo>
                  <a:pt x="220" y="39"/>
                </a:lnTo>
                <a:lnTo>
                  <a:pt x="231" y="34"/>
                </a:lnTo>
                <a:lnTo>
                  <a:pt x="241" y="29"/>
                </a:lnTo>
                <a:lnTo>
                  <a:pt x="253" y="25"/>
                </a:lnTo>
                <a:lnTo>
                  <a:pt x="264" y="21"/>
                </a:lnTo>
                <a:lnTo>
                  <a:pt x="275" y="18"/>
                </a:lnTo>
                <a:lnTo>
                  <a:pt x="286" y="15"/>
                </a:lnTo>
                <a:lnTo>
                  <a:pt x="298" y="12"/>
                </a:lnTo>
                <a:lnTo>
                  <a:pt x="309" y="10"/>
                </a:lnTo>
                <a:lnTo>
                  <a:pt x="321" y="8"/>
                </a:lnTo>
                <a:lnTo>
                  <a:pt x="333" y="6"/>
                </a:lnTo>
                <a:lnTo>
                  <a:pt x="345" y="5"/>
                </a:lnTo>
                <a:lnTo>
                  <a:pt x="356" y="4"/>
                </a:lnTo>
                <a:lnTo>
                  <a:pt x="368" y="3"/>
                </a:lnTo>
                <a:lnTo>
                  <a:pt x="380" y="3"/>
                </a:lnTo>
                <a:lnTo>
                  <a:pt x="392" y="3"/>
                </a:lnTo>
                <a:lnTo>
                  <a:pt x="404" y="4"/>
                </a:lnTo>
                <a:lnTo>
                  <a:pt x="415" y="5"/>
                </a:lnTo>
                <a:lnTo>
                  <a:pt x="427" y="6"/>
                </a:lnTo>
                <a:lnTo>
                  <a:pt x="439" y="8"/>
                </a:lnTo>
                <a:lnTo>
                  <a:pt x="451" y="10"/>
                </a:lnTo>
                <a:lnTo>
                  <a:pt x="462" y="12"/>
                </a:lnTo>
                <a:lnTo>
                  <a:pt x="474" y="15"/>
                </a:lnTo>
                <a:lnTo>
                  <a:pt x="485" y="18"/>
                </a:lnTo>
                <a:lnTo>
                  <a:pt x="496" y="21"/>
                </a:lnTo>
                <a:lnTo>
                  <a:pt x="508" y="25"/>
                </a:lnTo>
                <a:lnTo>
                  <a:pt x="519" y="29"/>
                </a:lnTo>
                <a:lnTo>
                  <a:pt x="530" y="34"/>
                </a:lnTo>
                <a:lnTo>
                  <a:pt x="540" y="39"/>
                </a:lnTo>
                <a:lnTo>
                  <a:pt x="551" y="44"/>
                </a:lnTo>
                <a:lnTo>
                  <a:pt x="561" y="50"/>
                </a:lnTo>
                <a:lnTo>
                  <a:pt x="572" y="55"/>
                </a:lnTo>
                <a:lnTo>
                  <a:pt x="582" y="62"/>
                </a:lnTo>
                <a:lnTo>
                  <a:pt x="592" y="68"/>
                </a:lnTo>
                <a:lnTo>
                  <a:pt x="601" y="75"/>
                </a:lnTo>
                <a:lnTo>
                  <a:pt x="611" y="82"/>
                </a:lnTo>
                <a:lnTo>
                  <a:pt x="621" y="89"/>
                </a:lnTo>
                <a:lnTo>
                  <a:pt x="630" y="97"/>
                </a:lnTo>
                <a:lnTo>
                  <a:pt x="639" y="105"/>
                </a:lnTo>
                <a:lnTo>
                  <a:pt x="647" y="113"/>
                </a:lnTo>
                <a:lnTo>
                  <a:pt x="656" y="122"/>
                </a:lnTo>
                <a:lnTo>
                  <a:pt x="663" y="130"/>
                </a:lnTo>
                <a:lnTo>
                  <a:pt x="671" y="139"/>
                </a:lnTo>
                <a:lnTo>
                  <a:pt x="679" y="149"/>
                </a:lnTo>
                <a:lnTo>
                  <a:pt x="686" y="158"/>
                </a:lnTo>
                <a:lnTo>
                  <a:pt x="692" y="168"/>
                </a:lnTo>
                <a:lnTo>
                  <a:pt x="699" y="178"/>
                </a:lnTo>
                <a:lnTo>
                  <a:pt x="705" y="188"/>
                </a:lnTo>
                <a:lnTo>
                  <a:pt x="711" y="198"/>
                </a:lnTo>
                <a:lnTo>
                  <a:pt x="717" y="209"/>
                </a:lnTo>
                <a:lnTo>
                  <a:pt x="722" y="219"/>
                </a:lnTo>
                <a:lnTo>
                  <a:pt x="727" y="230"/>
                </a:lnTo>
                <a:lnTo>
                  <a:pt x="731" y="241"/>
                </a:lnTo>
                <a:lnTo>
                  <a:pt x="735" y="252"/>
                </a:lnTo>
                <a:lnTo>
                  <a:pt x="739" y="263"/>
                </a:lnTo>
                <a:lnTo>
                  <a:pt x="743" y="274"/>
                </a:lnTo>
                <a:lnTo>
                  <a:pt x="746" y="286"/>
                </a:lnTo>
                <a:lnTo>
                  <a:pt x="748" y="297"/>
                </a:lnTo>
                <a:lnTo>
                  <a:pt x="751" y="309"/>
                </a:lnTo>
                <a:lnTo>
                  <a:pt x="753" y="321"/>
                </a:lnTo>
                <a:lnTo>
                  <a:pt x="755" y="332"/>
                </a:lnTo>
                <a:lnTo>
                  <a:pt x="756" y="344"/>
                </a:lnTo>
                <a:lnTo>
                  <a:pt x="757" y="356"/>
                </a:lnTo>
                <a:lnTo>
                  <a:pt x="757" y="368"/>
                </a:lnTo>
                <a:lnTo>
                  <a:pt x="758" y="379"/>
                </a:lnTo>
                <a:moveTo>
                  <a:pt x="761" y="379"/>
                </a:moveTo>
                <a:lnTo>
                  <a:pt x="761" y="368"/>
                </a:lnTo>
                <a:lnTo>
                  <a:pt x="760" y="356"/>
                </a:lnTo>
                <a:lnTo>
                  <a:pt x="759" y="344"/>
                </a:lnTo>
                <a:lnTo>
                  <a:pt x="758" y="332"/>
                </a:lnTo>
                <a:lnTo>
                  <a:pt x="756" y="320"/>
                </a:lnTo>
                <a:lnTo>
                  <a:pt x="754" y="308"/>
                </a:lnTo>
                <a:lnTo>
                  <a:pt x="752" y="297"/>
                </a:lnTo>
                <a:lnTo>
                  <a:pt x="749" y="285"/>
                </a:lnTo>
                <a:lnTo>
                  <a:pt x="746" y="273"/>
                </a:lnTo>
                <a:lnTo>
                  <a:pt x="742" y="262"/>
                </a:lnTo>
                <a:lnTo>
                  <a:pt x="738" y="251"/>
                </a:lnTo>
                <a:lnTo>
                  <a:pt x="734" y="240"/>
                </a:lnTo>
                <a:lnTo>
                  <a:pt x="730" y="229"/>
                </a:lnTo>
                <a:lnTo>
                  <a:pt x="725" y="218"/>
                </a:lnTo>
                <a:lnTo>
                  <a:pt x="720" y="207"/>
                </a:lnTo>
                <a:lnTo>
                  <a:pt x="714" y="196"/>
                </a:lnTo>
                <a:lnTo>
                  <a:pt x="708" y="186"/>
                </a:lnTo>
                <a:lnTo>
                  <a:pt x="702" y="176"/>
                </a:lnTo>
                <a:lnTo>
                  <a:pt x="695" y="166"/>
                </a:lnTo>
                <a:lnTo>
                  <a:pt x="688" y="156"/>
                </a:lnTo>
                <a:lnTo>
                  <a:pt x="681" y="147"/>
                </a:lnTo>
                <a:lnTo>
                  <a:pt x="674" y="137"/>
                </a:lnTo>
                <a:lnTo>
                  <a:pt x="666" y="128"/>
                </a:lnTo>
                <a:lnTo>
                  <a:pt x="658" y="119"/>
                </a:lnTo>
                <a:lnTo>
                  <a:pt x="650" y="111"/>
                </a:lnTo>
                <a:lnTo>
                  <a:pt x="641" y="103"/>
                </a:lnTo>
                <a:lnTo>
                  <a:pt x="632" y="95"/>
                </a:lnTo>
                <a:lnTo>
                  <a:pt x="623" y="87"/>
                </a:lnTo>
                <a:lnTo>
                  <a:pt x="613" y="79"/>
                </a:lnTo>
                <a:lnTo>
                  <a:pt x="603" y="72"/>
                </a:lnTo>
                <a:lnTo>
                  <a:pt x="594" y="65"/>
                </a:lnTo>
                <a:lnTo>
                  <a:pt x="584" y="59"/>
                </a:lnTo>
                <a:lnTo>
                  <a:pt x="573" y="52"/>
                </a:lnTo>
                <a:lnTo>
                  <a:pt x="563" y="47"/>
                </a:lnTo>
                <a:lnTo>
                  <a:pt x="553" y="41"/>
                </a:lnTo>
                <a:lnTo>
                  <a:pt x="542" y="36"/>
                </a:lnTo>
                <a:lnTo>
                  <a:pt x="531" y="31"/>
                </a:lnTo>
                <a:lnTo>
                  <a:pt x="520" y="26"/>
                </a:lnTo>
                <a:lnTo>
                  <a:pt x="509" y="22"/>
                </a:lnTo>
                <a:lnTo>
                  <a:pt x="497" y="18"/>
                </a:lnTo>
                <a:lnTo>
                  <a:pt x="486" y="15"/>
                </a:lnTo>
                <a:lnTo>
                  <a:pt x="475" y="12"/>
                </a:lnTo>
                <a:lnTo>
                  <a:pt x="463" y="9"/>
                </a:lnTo>
                <a:lnTo>
                  <a:pt x="451" y="6"/>
                </a:lnTo>
                <a:lnTo>
                  <a:pt x="439" y="4"/>
                </a:lnTo>
                <a:lnTo>
                  <a:pt x="428" y="3"/>
                </a:lnTo>
                <a:lnTo>
                  <a:pt x="416" y="1"/>
                </a:lnTo>
                <a:lnTo>
                  <a:pt x="404" y="0"/>
                </a:lnTo>
                <a:lnTo>
                  <a:pt x="392" y="0"/>
                </a:lnTo>
                <a:lnTo>
                  <a:pt x="380" y="0"/>
                </a:lnTo>
                <a:lnTo>
                  <a:pt x="368" y="0"/>
                </a:lnTo>
                <a:lnTo>
                  <a:pt x="356" y="0"/>
                </a:lnTo>
                <a:lnTo>
                  <a:pt x="344" y="1"/>
                </a:lnTo>
                <a:lnTo>
                  <a:pt x="332" y="3"/>
                </a:lnTo>
                <a:lnTo>
                  <a:pt x="321" y="4"/>
                </a:lnTo>
                <a:lnTo>
                  <a:pt x="309" y="6"/>
                </a:lnTo>
                <a:lnTo>
                  <a:pt x="297" y="9"/>
                </a:lnTo>
                <a:lnTo>
                  <a:pt x="286" y="12"/>
                </a:lnTo>
                <a:lnTo>
                  <a:pt x="274" y="15"/>
                </a:lnTo>
                <a:lnTo>
                  <a:pt x="263" y="18"/>
                </a:lnTo>
                <a:lnTo>
                  <a:pt x="251" y="22"/>
                </a:lnTo>
                <a:lnTo>
                  <a:pt x="240" y="26"/>
                </a:lnTo>
                <a:lnTo>
                  <a:pt x="229" y="31"/>
                </a:lnTo>
                <a:lnTo>
                  <a:pt x="218" y="36"/>
                </a:lnTo>
                <a:lnTo>
                  <a:pt x="208" y="41"/>
                </a:lnTo>
                <a:lnTo>
                  <a:pt x="197" y="47"/>
                </a:lnTo>
                <a:lnTo>
                  <a:pt x="187" y="52"/>
                </a:lnTo>
                <a:lnTo>
                  <a:pt x="176" y="59"/>
                </a:lnTo>
                <a:lnTo>
                  <a:pt x="167" y="65"/>
                </a:lnTo>
                <a:lnTo>
                  <a:pt x="157" y="72"/>
                </a:lnTo>
                <a:lnTo>
                  <a:pt x="147" y="79"/>
                </a:lnTo>
                <a:lnTo>
                  <a:pt x="138" y="87"/>
                </a:lnTo>
                <a:lnTo>
                  <a:pt x="129" y="95"/>
                </a:lnTo>
                <a:lnTo>
                  <a:pt x="120" y="103"/>
                </a:lnTo>
                <a:lnTo>
                  <a:pt x="111" y="111"/>
                </a:lnTo>
                <a:lnTo>
                  <a:pt x="103" y="119"/>
                </a:lnTo>
                <a:lnTo>
                  <a:pt x="95" y="128"/>
                </a:lnTo>
                <a:lnTo>
                  <a:pt x="87" y="137"/>
                </a:lnTo>
                <a:lnTo>
                  <a:pt x="80" y="147"/>
                </a:lnTo>
                <a:lnTo>
                  <a:pt x="73" y="156"/>
                </a:lnTo>
                <a:lnTo>
                  <a:pt x="66" y="166"/>
                </a:lnTo>
                <a:lnTo>
                  <a:pt x="59" y="176"/>
                </a:lnTo>
                <a:lnTo>
                  <a:pt x="53" y="186"/>
                </a:lnTo>
                <a:lnTo>
                  <a:pt x="47" y="196"/>
                </a:lnTo>
                <a:lnTo>
                  <a:pt x="42" y="207"/>
                </a:lnTo>
                <a:lnTo>
                  <a:pt x="36" y="218"/>
                </a:lnTo>
                <a:lnTo>
                  <a:pt x="31" y="229"/>
                </a:lnTo>
                <a:lnTo>
                  <a:pt x="27" y="240"/>
                </a:lnTo>
                <a:lnTo>
                  <a:pt x="23" y="251"/>
                </a:lnTo>
                <a:lnTo>
                  <a:pt x="19" y="262"/>
                </a:lnTo>
                <a:lnTo>
                  <a:pt x="15" y="273"/>
                </a:lnTo>
                <a:lnTo>
                  <a:pt x="12" y="285"/>
                </a:lnTo>
                <a:lnTo>
                  <a:pt x="9" y="297"/>
                </a:lnTo>
                <a:lnTo>
                  <a:pt x="7" y="308"/>
                </a:lnTo>
                <a:lnTo>
                  <a:pt x="5" y="320"/>
                </a:lnTo>
                <a:lnTo>
                  <a:pt x="3" y="332"/>
                </a:lnTo>
                <a:lnTo>
                  <a:pt x="2" y="344"/>
                </a:lnTo>
                <a:lnTo>
                  <a:pt x="1" y="356"/>
                </a:lnTo>
                <a:lnTo>
                  <a:pt x="0" y="368"/>
                </a:lnTo>
                <a:lnTo>
                  <a:pt x="0" y="379"/>
                </a:lnTo>
                <a:lnTo>
                  <a:pt x="0" y="391"/>
                </a:lnTo>
                <a:lnTo>
                  <a:pt x="1" y="403"/>
                </a:lnTo>
                <a:lnTo>
                  <a:pt x="2" y="415"/>
                </a:lnTo>
                <a:lnTo>
                  <a:pt x="3" y="427"/>
                </a:lnTo>
                <a:lnTo>
                  <a:pt x="5" y="439"/>
                </a:lnTo>
                <a:lnTo>
                  <a:pt x="7" y="451"/>
                </a:lnTo>
                <a:lnTo>
                  <a:pt x="9" y="462"/>
                </a:lnTo>
                <a:lnTo>
                  <a:pt x="12" y="474"/>
                </a:lnTo>
                <a:lnTo>
                  <a:pt x="15" y="485"/>
                </a:lnTo>
                <a:lnTo>
                  <a:pt x="19" y="497"/>
                </a:lnTo>
                <a:lnTo>
                  <a:pt x="23" y="508"/>
                </a:lnTo>
                <a:lnTo>
                  <a:pt x="27" y="519"/>
                </a:lnTo>
                <a:lnTo>
                  <a:pt x="31" y="530"/>
                </a:lnTo>
                <a:lnTo>
                  <a:pt x="36" y="541"/>
                </a:lnTo>
                <a:lnTo>
                  <a:pt x="42" y="552"/>
                </a:lnTo>
                <a:lnTo>
                  <a:pt x="47" y="562"/>
                </a:lnTo>
                <a:lnTo>
                  <a:pt x="53" y="573"/>
                </a:lnTo>
                <a:lnTo>
                  <a:pt x="59" y="583"/>
                </a:lnTo>
                <a:lnTo>
                  <a:pt x="66" y="593"/>
                </a:lnTo>
                <a:lnTo>
                  <a:pt x="73" y="603"/>
                </a:lnTo>
                <a:lnTo>
                  <a:pt x="80" y="612"/>
                </a:lnTo>
                <a:lnTo>
                  <a:pt x="87" y="622"/>
                </a:lnTo>
                <a:lnTo>
                  <a:pt x="95" y="631"/>
                </a:lnTo>
                <a:lnTo>
                  <a:pt x="103" y="641"/>
                </a:lnTo>
                <a:lnTo>
                  <a:pt x="111" y="649"/>
                </a:lnTo>
                <a:lnTo>
                  <a:pt x="120" y="657"/>
                </a:lnTo>
                <a:lnTo>
                  <a:pt x="129" y="665"/>
                </a:lnTo>
                <a:lnTo>
                  <a:pt x="138" y="673"/>
                </a:lnTo>
                <a:lnTo>
                  <a:pt x="147" y="681"/>
                </a:lnTo>
                <a:lnTo>
                  <a:pt x="157" y="688"/>
                </a:lnTo>
                <a:lnTo>
                  <a:pt x="167" y="695"/>
                </a:lnTo>
                <a:lnTo>
                  <a:pt x="176" y="701"/>
                </a:lnTo>
                <a:lnTo>
                  <a:pt x="187" y="707"/>
                </a:lnTo>
                <a:lnTo>
                  <a:pt x="197" y="713"/>
                </a:lnTo>
                <a:lnTo>
                  <a:pt x="208" y="719"/>
                </a:lnTo>
                <a:lnTo>
                  <a:pt x="218" y="724"/>
                </a:lnTo>
                <a:lnTo>
                  <a:pt x="229" y="729"/>
                </a:lnTo>
                <a:lnTo>
                  <a:pt x="240" y="734"/>
                </a:lnTo>
                <a:lnTo>
                  <a:pt x="251" y="738"/>
                </a:lnTo>
                <a:lnTo>
                  <a:pt x="263" y="742"/>
                </a:lnTo>
                <a:lnTo>
                  <a:pt x="274" y="745"/>
                </a:lnTo>
                <a:lnTo>
                  <a:pt x="286" y="748"/>
                </a:lnTo>
                <a:lnTo>
                  <a:pt x="297" y="751"/>
                </a:lnTo>
                <a:lnTo>
                  <a:pt x="309" y="754"/>
                </a:lnTo>
                <a:lnTo>
                  <a:pt x="321" y="756"/>
                </a:lnTo>
                <a:lnTo>
                  <a:pt x="332" y="757"/>
                </a:lnTo>
                <a:lnTo>
                  <a:pt x="344" y="759"/>
                </a:lnTo>
                <a:lnTo>
                  <a:pt x="356" y="760"/>
                </a:lnTo>
                <a:lnTo>
                  <a:pt x="368" y="760"/>
                </a:lnTo>
                <a:lnTo>
                  <a:pt x="380" y="760"/>
                </a:lnTo>
                <a:lnTo>
                  <a:pt x="392" y="760"/>
                </a:lnTo>
                <a:lnTo>
                  <a:pt x="404" y="760"/>
                </a:lnTo>
                <a:lnTo>
                  <a:pt x="416" y="759"/>
                </a:lnTo>
                <a:lnTo>
                  <a:pt x="428" y="757"/>
                </a:lnTo>
                <a:lnTo>
                  <a:pt x="439" y="756"/>
                </a:lnTo>
                <a:lnTo>
                  <a:pt x="451" y="754"/>
                </a:lnTo>
                <a:lnTo>
                  <a:pt x="463" y="751"/>
                </a:lnTo>
                <a:lnTo>
                  <a:pt x="475" y="748"/>
                </a:lnTo>
                <a:lnTo>
                  <a:pt x="486" y="745"/>
                </a:lnTo>
                <a:lnTo>
                  <a:pt x="497" y="742"/>
                </a:lnTo>
                <a:lnTo>
                  <a:pt x="509" y="738"/>
                </a:lnTo>
                <a:lnTo>
                  <a:pt x="520" y="734"/>
                </a:lnTo>
                <a:lnTo>
                  <a:pt x="531" y="729"/>
                </a:lnTo>
                <a:lnTo>
                  <a:pt x="542" y="724"/>
                </a:lnTo>
                <a:lnTo>
                  <a:pt x="553" y="719"/>
                </a:lnTo>
                <a:lnTo>
                  <a:pt x="563" y="713"/>
                </a:lnTo>
                <a:lnTo>
                  <a:pt x="573" y="707"/>
                </a:lnTo>
                <a:lnTo>
                  <a:pt x="584" y="701"/>
                </a:lnTo>
                <a:lnTo>
                  <a:pt x="594" y="695"/>
                </a:lnTo>
                <a:lnTo>
                  <a:pt x="603" y="688"/>
                </a:lnTo>
                <a:lnTo>
                  <a:pt x="613" y="681"/>
                </a:lnTo>
                <a:lnTo>
                  <a:pt x="623" y="673"/>
                </a:lnTo>
                <a:lnTo>
                  <a:pt x="632" y="665"/>
                </a:lnTo>
                <a:lnTo>
                  <a:pt x="641" y="657"/>
                </a:lnTo>
                <a:lnTo>
                  <a:pt x="650" y="649"/>
                </a:lnTo>
                <a:lnTo>
                  <a:pt x="658" y="641"/>
                </a:lnTo>
                <a:lnTo>
                  <a:pt x="666" y="631"/>
                </a:lnTo>
                <a:lnTo>
                  <a:pt x="674" y="622"/>
                </a:lnTo>
                <a:lnTo>
                  <a:pt x="681" y="612"/>
                </a:lnTo>
                <a:lnTo>
                  <a:pt x="688" y="603"/>
                </a:lnTo>
                <a:lnTo>
                  <a:pt x="695" y="593"/>
                </a:lnTo>
                <a:lnTo>
                  <a:pt x="702" y="583"/>
                </a:lnTo>
                <a:lnTo>
                  <a:pt x="708" y="573"/>
                </a:lnTo>
                <a:lnTo>
                  <a:pt x="714" y="562"/>
                </a:lnTo>
                <a:lnTo>
                  <a:pt x="720" y="552"/>
                </a:lnTo>
                <a:lnTo>
                  <a:pt x="725" y="541"/>
                </a:lnTo>
                <a:lnTo>
                  <a:pt x="730" y="530"/>
                </a:lnTo>
                <a:lnTo>
                  <a:pt x="734" y="519"/>
                </a:lnTo>
                <a:lnTo>
                  <a:pt x="738" y="508"/>
                </a:lnTo>
                <a:lnTo>
                  <a:pt x="742" y="497"/>
                </a:lnTo>
                <a:lnTo>
                  <a:pt x="746" y="485"/>
                </a:lnTo>
                <a:lnTo>
                  <a:pt x="749" y="474"/>
                </a:lnTo>
                <a:lnTo>
                  <a:pt x="752" y="462"/>
                </a:lnTo>
                <a:lnTo>
                  <a:pt x="754" y="451"/>
                </a:lnTo>
                <a:lnTo>
                  <a:pt x="756" y="439"/>
                </a:lnTo>
                <a:lnTo>
                  <a:pt x="758" y="427"/>
                </a:lnTo>
                <a:lnTo>
                  <a:pt x="759" y="415"/>
                </a:lnTo>
                <a:lnTo>
                  <a:pt x="760" y="403"/>
                </a:lnTo>
                <a:lnTo>
                  <a:pt x="761" y="391"/>
                </a:lnTo>
                <a:lnTo>
                  <a:pt x="761" y="379"/>
                </a:lnTo>
                <a:close/>
              </a:path>
            </a:pathLst>
          </a:custGeom>
          <a:solidFill>
            <a:srgbClr val="80cc9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3719160" y="3166560"/>
            <a:ext cx="315000" cy="315000"/>
          </a:xfrm>
          <a:custGeom>
            <a:avLst/>
            <a:gdLst/>
            <a:ahLst/>
            <a:rect l="0" t="0" r="r" b="b"/>
            <a:pathLst>
              <a:path w="875" h="875">
                <a:moveTo>
                  <a:pt x="818" y="438"/>
                </a:moveTo>
                <a:lnTo>
                  <a:pt x="818" y="450"/>
                </a:lnTo>
                <a:lnTo>
                  <a:pt x="817" y="462"/>
                </a:lnTo>
                <a:lnTo>
                  <a:pt x="816" y="474"/>
                </a:lnTo>
                <a:lnTo>
                  <a:pt x="815" y="486"/>
                </a:lnTo>
                <a:lnTo>
                  <a:pt x="813" y="498"/>
                </a:lnTo>
                <a:lnTo>
                  <a:pt x="811" y="510"/>
                </a:lnTo>
                <a:lnTo>
                  <a:pt x="809" y="521"/>
                </a:lnTo>
                <a:lnTo>
                  <a:pt x="806" y="533"/>
                </a:lnTo>
                <a:lnTo>
                  <a:pt x="803" y="544"/>
                </a:lnTo>
                <a:lnTo>
                  <a:pt x="799" y="556"/>
                </a:lnTo>
                <a:lnTo>
                  <a:pt x="795" y="567"/>
                </a:lnTo>
                <a:lnTo>
                  <a:pt x="791" y="578"/>
                </a:lnTo>
                <a:lnTo>
                  <a:pt x="787" y="589"/>
                </a:lnTo>
                <a:lnTo>
                  <a:pt x="782" y="600"/>
                </a:lnTo>
                <a:lnTo>
                  <a:pt x="777" y="611"/>
                </a:lnTo>
                <a:lnTo>
                  <a:pt x="771" y="621"/>
                </a:lnTo>
                <a:lnTo>
                  <a:pt x="765" y="632"/>
                </a:lnTo>
                <a:lnTo>
                  <a:pt x="759" y="642"/>
                </a:lnTo>
                <a:lnTo>
                  <a:pt x="752" y="652"/>
                </a:lnTo>
                <a:lnTo>
                  <a:pt x="745" y="662"/>
                </a:lnTo>
                <a:lnTo>
                  <a:pt x="738" y="671"/>
                </a:lnTo>
                <a:lnTo>
                  <a:pt x="731" y="681"/>
                </a:lnTo>
                <a:lnTo>
                  <a:pt x="723" y="690"/>
                </a:lnTo>
                <a:lnTo>
                  <a:pt x="715" y="699"/>
                </a:lnTo>
                <a:lnTo>
                  <a:pt x="707" y="707"/>
                </a:lnTo>
                <a:lnTo>
                  <a:pt x="698" y="715"/>
                </a:lnTo>
                <a:lnTo>
                  <a:pt x="689" y="723"/>
                </a:lnTo>
                <a:lnTo>
                  <a:pt x="680" y="731"/>
                </a:lnTo>
                <a:lnTo>
                  <a:pt x="671" y="739"/>
                </a:lnTo>
                <a:lnTo>
                  <a:pt x="661" y="746"/>
                </a:lnTo>
                <a:lnTo>
                  <a:pt x="652" y="753"/>
                </a:lnTo>
                <a:lnTo>
                  <a:pt x="642" y="759"/>
                </a:lnTo>
                <a:lnTo>
                  <a:pt x="631" y="765"/>
                </a:lnTo>
                <a:lnTo>
                  <a:pt x="621" y="771"/>
                </a:lnTo>
                <a:lnTo>
                  <a:pt x="611" y="777"/>
                </a:lnTo>
                <a:lnTo>
                  <a:pt x="600" y="782"/>
                </a:lnTo>
                <a:lnTo>
                  <a:pt x="588" y="787"/>
                </a:lnTo>
                <a:lnTo>
                  <a:pt x="577" y="792"/>
                </a:lnTo>
                <a:lnTo>
                  <a:pt x="566" y="796"/>
                </a:lnTo>
                <a:lnTo>
                  <a:pt x="554" y="800"/>
                </a:lnTo>
                <a:lnTo>
                  <a:pt x="543" y="803"/>
                </a:lnTo>
                <a:lnTo>
                  <a:pt x="532" y="806"/>
                </a:lnTo>
                <a:lnTo>
                  <a:pt x="520" y="809"/>
                </a:lnTo>
                <a:lnTo>
                  <a:pt x="508" y="812"/>
                </a:lnTo>
                <a:lnTo>
                  <a:pt x="496" y="814"/>
                </a:lnTo>
                <a:lnTo>
                  <a:pt x="485" y="815"/>
                </a:lnTo>
                <a:lnTo>
                  <a:pt x="473" y="817"/>
                </a:lnTo>
                <a:lnTo>
                  <a:pt x="461" y="818"/>
                </a:lnTo>
                <a:lnTo>
                  <a:pt x="449" y="818"/>
                </a:lnTo>
                <a:lnTo>
                  <a:pt x="437" y="818"/>
                </a:lnTo>
                <a:lnTo>
                  <a:pt x="425" y="818"/>
                </a:lnTo>
                <a:lnTo>
                  <a:pt x="413" y="818"/>
                </a:lnTo>
                <a:lnTo>
                  <a:pt x="401" y="817"/>
                </a:lnTo>
                <a:lnTo>
                  <a:pt x="389" y="815"/>
                </a:lnTo>
                <a:lnTo>
                  <a:pt x="378" y="814"/>
                </a:lnTo>
                <a:lnTo>
                  <a:pt x="366" y="812"/>
                </a:lnTo>
                <a:lnTo>
                  <a:pt x="354" y="809"/>
                </a:lnTo>
                <a:lnTo>
                  <a:pt x="343" y="806"/>
                </a:lnTo>
                <a:lnTo>
                  <a:pt x="331" y="803"/>
                </a:lnTo>
                <a:lnTo>
                  <a:pt x="320" y="800"/>
                </a:lnTo>
                <a:lnTo>
                  <a:pt x="308" y="796"/>
                </a:lnTo>
                <a:lnTo>
                  <a:pt x="297" y="792"/>
                </a:lnTo>
                <a:lnTo>
                  <a:pt x="286" y="787"/>
                </a:lnTo>
                <a:lnTo>
                  <a:pt x="275" y="782"/>
                </a:lnTo>
                <a:lnTo>
                  <a:pt x="265" y="777"/>
                </a:lnTo>
                <a:lnTo>
                  <a:pt x="254" y="771"/>
                </a:lnTo>
                <a:lnTo>
                  <a:pt x="244" y="765"/>
                </a:lnTo>
                <a:lnTo>
                  <a:pt x="233" y="759"/>
                </a:lnTo>
                <a:lnTo>
                  <a:pt x="224" y="753"/>
                </a:lnTo>
                <a:lnTo>
                  <a:pt x="214" y="746"/>
                </a:lnTo>
                <a:lnTo>
                  <a:pt x="204" y="739"/>
                </a:lnTo>
                <a:lnTo>
                  <a:pt x="195" y="731"/>
                </a:lnTo>
                <a:lnTo>
                  <a:pt x="186" y="723"/>
                </a:lnTo>
                <a:lnTo>
                  <a:pt x="177" y="715"/>
                </a:lnTo>
                <a:lnTo>
                  <a:pt x="168" y="707"/>
                </a:lnTo>
                <a:lnTo>
                  <a:pt x="160" y="699"/>
                </a:lnTo>
                <a:lnTo>
                  <a:pt x="152" y="690"/>
                </a:lnTo>
                <a:lnTo>
                  <a:pt x="144" y="681"/>
                </a:lnTo>
                <a:lnTo>
                  <a:pt x="137" y="671"/>
                </a:lnTo>
                <a:lnTo>
                  <a:pt x="130" y="662"/>
                </a:lnTo>
                <a:lnTo>
                  <a:pt x="123" y="652"/>
                </a:lnTo>
                <a:lnTo>
                  <a:pt x="116" y="642"/>
                </a:lnTo>
                <a:lnTo>
                  <a:pt x="110" y="632"/>
                </a:lnTo>
                <a:lnTo>
                  <a:pt x="104" y="621"/>
                </a:lnTo>
                <a:lnTo>
                  <a:pt x="99" y="611"/>
                </a:lnTo>
                <a:lnTo>
                  <a:pt x="93" y="600"/>
                </a:lnTo>
                <a:lnTo>
                  <a:pt x="88" y="589"/>
                </a:lnTo>
                <a:lnTo>
                  <a:pt x="84" y="578"/>
                </a:lnTo>
                <a:lnTo>
                  <a:pt x="80" y="567"/>
                </a:lnTo>
                <a:lnTo>
                  <a:pt x="76" y="556"/>
                </a:lnTo>
                <a:lnTo>
                  <a:pt x="72" y="544"/>
                </a:lnTo>
                <a:lnTo>
                  <a:pt x="69" y="533"/>
                </a:lnTo>
                <a:lnTo>
                  <a:pt x="66" y="521"/>
                </a:lnTo>
                <a:lnTo>
                  <a:pt x="64" y="510"/>
                </a:lnTo>
                <a:lnTo>
                  <a:pt x="62" y="498"/>
                </a:lnTo>
                <a:lnTo>
                  <a:pt x="60" y="486"/>
                </a:lnTo>
                <a:lnTo>
                  <a:pt x="59" y="474"/>
                </a:lnTo>
                <a:lnTo>
                  <a:pt x="58" y="462"/>
                </a:lnTo>
                <a:lnTo>
                  <a:pt x="57" y="450"/>
                </a:lnTo>
                <a:lnTo>
                  <a:pt x="57" y="438"/>
                </a:lnTo>
                <a:lnTo>
                  <a:pt x="57" y="427"/>
                </a:lnTo>
                <a:lnTo>
                  <a:pt x="58" y="415"/>
                </a:lnTo>
                <a:lnTo>
                  <a:pt x="59" y="403"/>
                </a:lnTo>
                <a:lnTo>
                  <a:pt x="60" y="391"/>
                </a:lnTo>
                <a:lnTo>
                  <a:pt x="62" y="378"/>
                </a:lnTo>
                <a:lnTo>
                  <a:pt x="64" y="366"/>
                </a:lnTo>
                <a:lnTo>
                  <a:pt x="66" y="355"/>
                </a:lnTo>
                <a:lnTo>
                  <a:pt x="69" y="343"/>
                </a:lnTo>
                <a:lnTo>
                  <a:pt x="72" y="331"/>
                </a:lnTo>
                <a:lnTo>
                  <a:pt x="76" y="320"/>
                </a:lnTo>
                <a:lnTo>
                  <a:pt x="80" y="309"/>
                </a:lnTo>
                <a:lnTo>
                  <a:pt x="84" y="298"/>
                </a:lnTo>
                <a:lnTo>
                  <a:pt x="88" y="287"/>
                </a:lnTo>
                <a:lnTo>
                  <a:pt x="93" y="276"/>
                </a:lnTo>
                <a:lnTo>
                  <a:pt x="99" y="265"/>
                </a:lnTo>
                <a:lnTo>
                  <a:pt x="104" y="254"/>
                </a:lnTo>
                <a:lnTo>
                  <a:pt x="110" y="244"/>
                </a:lnTo>
                <a:lnTo>
                  <a:pt x="116" y="234"/>
                </a:lnTo>
                <a:lnTo>
                  <a:pt x="123" y="224"/>
                </a:lnTo>
                <a:lnTo>
                  <a:pt x="130" y="214"/>
                </a:lnTo>
                <a:lnTo>
                  <a:pt x="137" y="205"/>
                </a:lnTo>
                <a:lnTo>
                  <a:pt x="144" y="195"/>
                </a:lnTo>
                <a:lnTo>
                  <a:pt x="152" y="186"/>
                </a:lnTo>
                <a:lnTo>
                  <a:pt x="160" y="177"/>
                </a:lnTo>
                <a:lnTo>
                  <a:pt x="168" y="169"/>
                </a:lnTo>
                <a:lnTo>
                  <a:pt x="177" y="161"/>
                </a:lnTo>
                <a:lnTo>
                  <a:pt x="186" y="153"/>
                </a:lnTo>
                <a:lnTo>
                  <a:pt x="195" y="145"/>
                </a:lnTo>
                <a:lnTo>
                  <a:pt x="204" y="137"/>
                </a:lnTo>
                <a:lnTo>
                  <a:pt x="214" y="130"/>
                </a:lnTo>
                <a:lnTo>
                  <a:pt x="224" y="123"/>
                </a:lnTo>
                <a:lnTo>
                  <a:pt x="233" y="117"/>
                </a:lnTo>
                <a:lnTo>
                  <a:pt x="244" y="110"/>
                </a:lnTo>
                <a:lnTo>
                  <a:pt x="254" y="105"/>
                </a:lnTo>
                <a:lnTo>
                  <a:pt x="265" y="99"/>
                </a:lnTo>
                <a:lnTo>
                  <a:pt x="275" y="94"/>
                </a:lnTo>
                <a:lnTo>
                  <a:pt x="286" y="89"/>
                </a:lnTo>
                <a:lnTo>
                  <a:pt x="297" y="84"/>
                </a:lnTo>
                <a:lnTo>
                  <a:pt x="308" y="80"/>
                </a:lnTo>
                <a:lnTo>
                  <a:pt x="320" y="76"/>
                </a:lnTo>
                <a:lnTo>
                  <a:pt x="331" y="73"/>
                </a:lnTo>
                <a:lnTo>
                  <a:pt x="343" y="70"/>
                </a:lnTo>
                <a:lnTo>
                  <a:pt x="354" y="67"/>
                </a:lnTo>
                <a:lnTo>
                  <a:pt x="366" y="64"/>
                </a:lnTo>
                <a:lnTo>
                  <a:pt x="378" y="62"/>
                </a:lnTo>
                <a:lnTo>
                  <a:pt x="389" y="61"/>
                </a:lnTo>
                <a:lnTo>
                  <a:pt x="401" y="59"/>
                </a:lnTo>
                <a:lnTo>
                  <a:pt x="413" y="58"/>
                </a:lnTo>
                <a:lnTo>
                  <a:pt x="425" y="58"/>
                </a:lnTo>
                <a:lnTo>
                  <a:pt x="437" y="58"/>
                </a:lnTo>
                <a:lnTo>
                  <a:pt x="449" y="58"/>
                </a:lnTo>
                <a:lnTo>
                  <a:pt x="461" y="58"/>
                </a:lnTo>
                <a:lnTo>
                  <a:pt x="473" y="59"/>
                </a:lnTo>
                <a:lnTo>
                  <a:pt x="485" y="61"/>
                </a:lnTo>
                <a:lnTo>
                  <a:pt x="496" y="62"/>
                </a:lnTo>
                <a:lnTo>
                  <a:pt x="508" y="64"/>
                </a:lnTo>
                <a:lnTo>
                  <a:pt x="520" y="67"/>
                </a:lnTo>
                <a:lnTo>
                  <a:pt x="532" y="70"/>
                </a:lnTo>
                <a:lnTo>
                  <a:pt x="543" y="73"/>
                </a:lnTo>
                <a:lnTo>
                  <a:pt x="554" y="76"/>
                </a:lnTo>
                <a:lnTo>
                  <a:pt x="566" y="80"/>
                </a:lnTo>
                <a:lnTo>
                  <a:pt x="577" y="84"/>
                </a:lnTo>
                <a:lnTo>
                  <a:pt x="588" y="89"/>
                </a:lnTo>
                <a:lnTo>
                  <a:pt x="600" y="94"/>
                </a:lnTo>
                <a:lnTo>
                  <a:pt x="611" y="99"/>
                </a:lnTo>
                <a:lnTo>
                  <a:pt x="621" y="105"/>
                </a:lnTo>
                <a:lnTo>
                  <a:pt x="631" y="110"/>
                </a:lnTo>
                <a:lnTo>
                  <a:pt x="642" y="117"/>
                </a:lnTo>
                <a:lnTo>
                  <a:pt x="652" y="123"/>
                </a:lnTo>
                <a:lnTo>
                  <a:pt x="661" y="130"/>
                </a:lnTo>
                <a:lnTo>
                  <a:pt x="671" y="137"/>
                </a:lnTo>
                <a:lnTo>
                  <a:pt x="680" y="145"/>
                </a:lnTo>
                <a:lnTo>
                  <a:pt x="689" y="153"/>
                </a:lnTo>
                <a:lnTo>
                  <a:pt x="698" y="161"/>
                </a:lnTo>
                <a:lnTo>
                  <a:pt x="707" y="169"/>
                </a:lnTo>
                <a:lnTo>
                  <a:pt x="715" y="177"/>
                </a:lnTo>
                <a:lnTo>
                  <a:pt x="723" y="186"/>
                </a:lnTo>
                <a:lnTo>
                  <a:pt x="731" y="195"/>
                </a:lnTo>
                <a:lnTo>
                  <a:pt x="738" y="205"/>
                </a:lnTo>
                <a:lnTo>
                  <a:pt x="745" y="214"/>
                </a:lnTo>
                <a:lnTo>
                  <a:pt x="752" y="224"/>
                </a:lnTo>
                <a:lnTo>
                  <a:pt x="759" y="234"/>
                </a:lnTo>
                <a:lnTo>
                  <a:pt x="765" y="244"/>
                </a:lnTo>
                <a:lnTo>
                  <a:pt x="771" y="254"/>
                </a:lnTo>
                <a:lnTo>
                  <a:pt x="777" y="265"/>
                </a:lnTo>
                <a:lnTo>
                  <a:pt x="782" y="276"/>
                </a:lnTo>
                <a:lnTo>
                  <a:pt x="787" y="287"/>
                </a:lnTo>
                <a:lnTo>
                  <a:pt x="791" y="298"/>
                </a:lnTo>
                <a:lnTo>
                  <a:pt x="795" y="309"/>
                </a:lnTo>
                <a:lnTo>
                  <a:pt x="799" y="320"/>
                </a:lnTo>
                <a:lnTo>
                  <a:pt x="803" y="331"/>
                </a:lnTo>
                <a:lnTo>
                  <a:pt x="806" y="343"/>
                </a:lnTo>
                <a:lnTo>
                  <a:pt x="809" y="355"/>
                </a:lnTo>
                <a:lnTo>
                  <a:pt x="811" y="366"/>
                </a:lnTo>
                <a:lnTo>
                  <a:pt x="813" y="378"/>
                </a:lnTo>
                <a:lnTo>
                  <a:pt x="815" y="391"/>
                </a:lnTo>
                <a:lnTo>
                  <a:pt x="816" y="403"/>
                </a:lnTo>
                <a:lnTo>
                  <a:pt x="817" y="415"/>
                </a:lnTo>
                <a:lnTo>
                  <a:pt x="818" y="427"/>
                </a:lnTo>
                <a:lnTo>
                  <a:pt x="818" y="438"/>
                </a:lnTo>
                <a:moveTo>
                  <a:pt x="875" y="438"/>
                </a:moveTo>
                <a:lnTo>
                  <a:pt x="875" y="425"/>
                </a:lnTo>
                <a:lnTo>
                  <a:pt x="874" y="411"/>
                </a:lnTo>
                <a:lnTo>
                  <a:pt x="873" y="397"/>
                </a:lnTo>
                <a:lnTo>
                  <a:pt x="872" y="384"/>
                </a:lnTo>
                <a:lnTo>
                  <a:pt x="870" y="369"/>
                </a:lnTo>
                <a:lnTo>
                  <a:pt x="867" y="356"/>
                </a:lnTo>
                <a:lnTo>
                  <a:pt x="865" y="342"/>
                </a:lnTo>
                <a:lnTo>
                  <a:pt x="861" y="329"/>
                </a:lnTo>
                <a:lnTo>
                  <a:pt x="858" y="316"/>
                </a:lnTo>
                <a:lnTo>
                  <a:pt x="854" y="302"/>
                </a:lnTo>
                <a:lnTo>
                  <a:pt x="849" y="289"/>
                </a:lnTo>
                <a:lnTo>
                  <a:pt x="844" y="277"/>
                </a:lnTo>
                <a:lnTo>
                  <a:pt x="839" y="264"/>
                </a:lnTo>
                <a:lnTo>
                  <a:pt x="833" y="251"/>
                </a:lnTo>
                <a:lnTo>
                  <a:pt x="827" y="239"/>
                </a:lnTo>
                <a:lnTo>
                  <a:pt x="821" y="227"/>
                </a:lnTo>
                <a:lnTo>
                  <a:pt x="814" y="215"/>
                </a:lnTo>
                <a:lnTo>
                  <a:pt x="807" y="203"/>
                </a:lnTo>
                <a:lnTo>
                  <a:pt x="799" y="192"/>
                </a:lnTo>
                <a:lnTo>
                  <a:pt x="792" y="181"/>
                </a:lnTo>
                <a:lnTo>
                  <a:pt x="783" y="170"/>
                </a:lnTo>
                <a:lnTo>
                  <a:pt x="775" y="159"/>
                </a:lnTo>
                <a:lnTo>
                  <a:pt x="766" y="148"/>
                </a:lnTo>
                <a:lnTo>
                  <a:pt x="757" y="138"/>
                </a:lnTo>
                <a:lnTo>
                  <a:pt x="747" y="128"/>
                </a:lnTo>
                <a:lnTo>
                  <a:pt x="737" y="119"/>
                </a:lnTo>
                <a:lnTo>
                  <a:pt x="727" y="110"/>
                </a:lnTo>
                <a:lnTo>
                  <a:pt x="717" y="101"/>
                </a:lnTo>
                <a:lnTo>
                  <a:pt x="706" y="92"/>
                </a:lnTo>
                <a:lnTo>
                  <a:pt x="695" y="84"/>
                </a:lnTo>
                <a:lnTo>
                  <a:pt x="684" y="76"/>
                </a:lnTo>
                <a:lnTo>
                  <a:pt x="672" y="68"/>
                </a:lnTo>
                <a:lnTo>
                  <a:pt x="661" y="61"/>
                </a:lnTo>
                <a:lnTo>
                  <a:pt x="649" y="54"/>
                </a:lnTo>
                <a:lnTo>
                  <a:pt x="636" y="48"/>
                </a:lnTo>
                <a:lnTo>
                  <a:pt x="624" y="42"/>
                </a:lnTo>
                <a:lnTo>
                  <a:pt x="612" y="36"/>
                </a:lnTo>
                <a:lnTo>
                  <a:pt x="599" y="31"/>
                </a:lnTo>
                <a:lnTo>
                  <a:pt x="585" y="26"/>
                </a:lnTo>
                <a:lnTo>
                  <a:pt x="572" y="22"/>
                </a:lnTo>
                <a:lnTo>
                  <a:pt x="559" y="18"/>
                </a:lnTo>
                <a:lnTo>
                  <a:pt x="546" y="14"/>
                </a:lnTo>
                <a:lnTo>
                  <a:pt x="532" y="11"/>
                </a:lnTo>
                <a:lnTo>
                  <a:pt x="519" y="8"/>
                </a:lnTo>
                <a:lnTo>
                  <a:pt x="505" y="6"/>
                </a:lnTo>
                <a:lnTo>
                  <a:pt x="492" y="4"/>
                </a:lnTo>
                <a:lnTo>
                  <a:pt x="478" y="2"/>
                </a:lnTo>
                <a:lnTo>
                  <a:pt x="464" y="1"/>
                </a:lnTo>
                <a:lnTo>
                  <a:pt x="451" y="1"/>
                </a:lnTo>
                <a:lnTo>
                  <a:pt x="437" y="0"/>
                </a:lnTo>
                <a:lnTo>
                  <a:pt x="423" y="1"/>
                </a:lnTo>
                <a:lnTo>
                  <a:pt x="410" y="1"/>
                </a:lnTo>
                <a:lnTo>
                  <a:pt x="396" y="2"/>
                </a:lnTo>
                <a:lnTo>
                  <a:pt x="382" y="4"/>
                </a:lnTo>
                <a:lnTo>
                  <a:pt x="369" y="6"/>
                </a:lnTo>
                <a:lnTo>
                  <a:pt x="355" y="8"/>
                </a:lnTo>
                <a:lnTo>
                  <a:pt x="342" y="11"/>
                </a:lnTo>
                <a:lnTo>
                  <a:pt x="328" y="14"/>
                </a:lnTo>
                <a:lnTo>
                  <a:pt x="315" y="18"/>
                </a:lnTo>
                <a:lnTo>
                  <a:pt x="302" y="22"/>
                </a:lnTo>
                <a:lnTo>
                  <a:pt x="289" y="26"/>
                </a:lnTo>
                <a:lnTo>
                  <a:pt x="276" y="31"/>
                </a:lnTo>
                <a:lnTo>
                  <a:pt x="263" y="36"/>
                </a:lnTo>
                <a:lnTo>
                  <a:pt x="251" y="42"/>
                </a:lnTo>
                <a:lnTo>
                  <a:pt x="239" y="48"/>
                </a:lnTo>
                <a:lnTo>
                  <a:pt x="227" y="54"/>
                </a:lnTo>
                <a:lnTo>
                  <a:pt x="215" y="61"/>
                </a:lnTo>
                <a:lnTo>
                  <a:pt x="203" y="68"/>
                </a:lnTo>
                <a:lnTo>
                  <a:pt x="191" y="76"/>
                </a:lnTo>
                <a:lnTo>
                  <a:pt x="180" y="84"/>
                </a:lnTo>
                <a:lnTo>
                  <a:pt x="169" y="92"/>
                </a:lnTo>
                <a:lnTo>
                  <a:pt x="158" y="101"/>
                </a:lnTo>
                <a:lnTo>
                  <a:pt x="148" y="110"/>
                </a:lnTo>
                <a:lnTo>
                  <a:pt x="138" y="119"/>
                </a:lnTo>
                <a:lnTo>
                  <a:pt x="128" y="128"/>
                </a:lnTo>
                <a:lnTo>
                  <a:pt x="118" y="138"/>
                </a:lnTo>
                <a:lnTo>
                  <a:pt x="109" y="148"/>
                </a:lnTo>
                <a:lnTo>
                  <a:pt x="100" y="159"/>
                </a:lnTo>
                <a:lnTo>
                  <a:pt x="92" y="170"/>
                </a:lnTo>
                <a:lnTo>
                  <a:pt x="83" y="181"/>
                </a:lnTo>
                <a:lnTo>
                  <a:pt x="76" y="192"/>
                </a:lnTo>
                <a:lnTo>
                  <a:pt x="68" y="203"/>
                </a:lnTo>
                <a:lnTo>
                  <a:pt x="61" y="215"/>
                </a:lnTo>
                <a:lnTo>
                  <a:pt x="54" y="227"/>
                </a:lnTo>
                <a:lnTo>
                  <a:pt x="48" y="239"/>
                </a:lnTo>
                <a:lnTo>
                  <a:pt x="42" y="251"/>
                </a:lnTo>
                <a:lnTo>
                  <a:pt x="36" y="264"/>
                </a:lnTo>
                <a:lnTo>
                  <a:pt x="31" y="277"/>
                </a:lnTo>
                <a:lnTo>
                  <a:pt x="26" y="289"/>
                </a:lnTo>
                <a:lnTo>
                  <a:pt x="21" y="302"/>
                </a:lnTo>
                <a:lnTo>
                  <a:pt x="17" y="316"/>
                </a:lnTo>
                <a:lnTo>
                  <a:pt x="14" y="329"/>
                </a:lnTo>
                <a:lnTo>
                  <a:pt x="11" y="342"/>
                </a:lnTo>
                <a:lnTo>
                  <a:pt x="8" y="356"/>
                </a:lnTo>
                <a:lnTo>
                  <a:pt x="5" y="369"/>
                </a:lnTo>
                <a:lnTo>
                  <a:pt x="3" y="384"/>
                </a:lnTo>
                <a:lnTo>
                  <a:pt x="2" y="397"/>
                </a:lnTo>
                <a:lnTo>
                  <a:pt x="1" y="411"/>
                </a:lnTo>
                <a:lnTo>
                  <a:pt x="0" y="425"/>
                </a:lnTo>
                <a:lnTo>
                  <a:pt x="0" y="438"/>
                </a:lnTo>
                <a:lnTo>
                  <a:pt x="0" y="452"/>
                </a:lnTo>
                <a:lnTo>
                  <a:pt x="1" y="466"/>
                </a:lnTo>
                <a:lnTo>
                  <a:pt x="2" y="480"/>
                </a:lnTo>
                <a:lnTo>
                  <a:pt x="3" y="493"/>
                </a:lnTo>
                <a:lnTo>
                  <a:pt x="5" y="507"/>
                </a:lnTo>
                <a:lnTo>
                  <a:pt x="8" y="520"/>
                </a:lnTo>
                <a:lnTo>
                  <a:pt x="11" y="534"/>
                </a:lnTo>
                <a:lnTo>
                  <a:pt x="14" y="547"/>
                </a:lnTo>
                <a:lnTo>
                  <a:pt x="17" y="560"/>
                </a:lnTo>
                <a:lnTo>
                  <a:pt x="21" y="574"/>
                </a:lnTo>
                <a:lnTo>
                  <a:pt x="26" y="586"/>
                </a:lnTo>
                <a:lnTo>
                  <a:pt x="31" y="599"/>
                </a:lnTo>
                <a:lnTo>
                  <a:pt x="36" y="612"/>
                </a:lnTo>
                <a:lnTo>
                  <a:pt x="42" y="625"/>
                </a:lnTo>
                <a:lnTo>
                  <a:pt x="48" y="637"/>
                </a:lnTo>
                <a:lnTo>
                  <a:pt x="54" y="649"/>
                </a:lnTo>
                <a:lnTo>
                  <a:pt x="61" y="661"/>
                </a:lnTo>
                <a:lnTo>
                  <a:pt x="68" y="673"/>
                </a:lnTo>
                <a:lnTo>
                  <a:pt x="76" y="684"/>
                </a:lnTo>
                <a:lnTo>
                  <a:pt x="83" y="695"/>
                </a:lnTo>
                <a:lnTo>
                  <a:pt x="92" y="706"/>
                </a:lnTo>
                <a:lnTo>
                  <a:pt x="100" y="717"/>
                </a:lnTo>
                <a:lnTo>
                  <a:pt x="109" y="727"/>
                </a:lnTo>
                <a:lnTo>
                  <a:pt x="118" y="738"/>
                </a:lnTo>
                <a:lnTo>
                  <a:pt x="128" y="747"/>
                </a:lnTo>
                <a:lnTo>
                  <a:pt x="138" y="757"/>
                </a:lnTo>
                <a:lnTo>
                  <a:pt x="148" y="766"/>
                </a:lnTo>
                <a:lnTo>
                  <a:pt x="158" y="775"/>
                </a:lnTo>
                <a:lnTo>
                  <a:pt x="169" y="784"/>
                </a:lnTo>
                <a:lnTo>
                  <a:pt x="180" y="792"/>
                </a:lnTo>
                <a:lnTo>
                  <a:pt x="191" y="800"/>
                </a:lnTo>
                <a:lnTo>
                  <a:pt x="203" y="807"/>
                </a:lnTo>
                <a:lnTo>
                  <a:pt x="215" y="815"/>
                </a:lnTo>
                <a:lnTo>
                  <a:pt x="227" y="821"/>
                </a:lnTo>
                <a:lnTo>
                  <a:pt x="239" y="828"/>
                </a:lnTo>
                <a:lnTo>
                  <a:pt x="251" y="834"/>
                </a:lnTo>
                <a:lnTo>
                  <a:pt x="263" y="840"/>
                </a:lnTo>
                <a:lnTo>
                  <a:pt x="276" y="845"/>
                </a:lnTo>
                <a:lnTo>
                  <a:pt x="289" y="850"/>
                </a:lnTo>
                <a:lnTo>
                  <a:pt x="302" y="854"/>
                </a:lnTo>
                <a:lnTo>
                  <a:pt x="315" y="858"/>
                </a:lnTo>
                <a:lnTo>
                  <a:pt x="328" y="862"/>
                </a:lnTo>
                <a:lnTo>
                  <a:pt x="342" y="865"/>
                </a:lnTo>
                <a:lnTo>
                  <a:pt x="355" y="868"/>
                </a:lnTo>
                <a:lnTo>
                  <a:pt x="369" y="870"/>
                </a:lnTo>
                <a:lnTo>
                  <a:pt x="382" y="872"/>
                </a:lnTo>
                <a:lnTo>
                  <a:pt x="396" y="874"/>
                </a:lnTo>
                <a:lnTo>
                  <a:pt x="410" y="875"/>
                </a:lnTo>
                <a:lnTo>
                  <a:pt x="423" y="875"/>
                </a:lnTo>
                <a:lnTo>
                  <a:pt x="437" y="875"/>
                </a:lnTo>
                <a:lnTo>
                  <a:pt x="451" y="875"/>
                </a:lnTo>
                <a:lnTo>
                  <a:pt x="464" y="875"/>
                </a:lnTo>
                <a:lnTo>
                  <a:pt x="478" y="874"/>
                </a:lnTo>
                <a:lnTo>
                  <a:pt x="492" y="872"/>
                </a:lnTo>
                <a:lnTo>
                  <a:pt x="505" y="870"/>
                </a:lnTo>
                <a:lnTo>
                  <a:pt x="519" y="868"/>
                </a:lnTo>
                <a:lnTo>
                  <a:pt x="532" y="865"/>
                </a:lnTo>
                <a:lnTo>
                  <a:pt x="546" y="862"/>
                </a:lnTo>
                <a:lnTo>
                  <a:pt x="559" y="858"/>
                </a:lnTo>
                <a:lnTo>
                  <a:pt x="572" y="854"/>
                </a:lnTo>
                <a:lnTo>
                  <a:pt x="585" y="850"/>
                </a:lnTo>
                <a:lnTo>
                  <a:pt x="599" y="845"/>
                </a:lnTo>
                <a:lnTo>
                  <a:pt x="612" y="840"/>
                </a:lnTo>
                <a:lnTo>
                  <a:pt x="624" y="834"/>
                </a:lnTo>
                <a:lnTo>
                  <a:pt x="636" y="828"/>
                </a:lnTo>
                <a:lnTo>
                  <a:pt x="649" y="821"/>
                </a:lnTo>
                <a:lnTo>
                  <a:pt x="661" y="815"/>
                </a:lnTo>
                <a:lnTo>
                  <a:pt x="672" y="807"/>
                </a:lnTo>
                <a:lnTo>
                  <a:pt x="684" y="800"/>
                </a:lnTo>
                <a:lnTo>
                  <a:pt x="695" y="792"/>
                </a:lnTo>
                <a:lnTo>
                  <a:pt x="706" y="784"/>
                </a:lnTo>
                <a:lnTo>
                  <a:pt x="717" y="775"/>
                </a:lnTo>
                <a:lnTo>
                  <a:pt x="727" y="766"/>
                </a:lnTo>
                <a:lnTo>
                  <a:pt x="737" y="757"/>
                </a:lnTo>
                <a:lnTo>
                  <a:pt x="747" y="747"/>
                </a:lnTo>
                <a:lnTo>
                  <a:pt x="757" y="738"/>
                </a:lnTo>
                <a:lnTo>
                  <a:pt x="766" y="727"/>
                </a:lnTo>
                <a:lnTo>
                  <a:pt x="775" y="717"/>
                </a:lnTo>
                <a:lnTo>
                  <a:pt x="783" y="706"/>
                </a:lnTo>
                <a:lnTo>
                  <a:pt x="792" y="695"/>
                </a:lnTo>
                <a:lnTo>
                  <a:pt x="799" y="684"/>
                </a:lnTo>
                <a:lnTo>
                  <a:pt x="807" y="673"/>
                </a:lnTo>
                <a:lnTo>
                  <a:pt x="814" y="661"/>
                </a:lnTo>
                <a:lnTo>
                  <a:pt x="821" y="649"/>
                </a:lnTo>
                <a:lnTo>
                  <a:pt x="827" y="637"/>
                </a:lnTo>
                <a:lnTo>
                  <a:pt x="833" y="625"/>
                </a:lnTo>
                <a:lnTo>
                  <a:pt x="839" y="612"/>
                </a:lnTo>
                <a:lnTo>
                  <a:pt x="844" y="599"/>
                </a:lnTo>
                <a:lnTo>
                  <a:pt x="849" y="586"/>
                </a:lnTo>
                <a:lnTo>
                  <a:pt x="854" y="574"/>
                </a:lnTo>
                <a:lnTo>
                  <a:pt x="858" y="560"/>
                </a:lnTo>
                <a:lnTo>
                  <a:pt x="861" y="547"/>
                </a:lnTo>
                <a:lnTo>
                  <a:pt x="865" y="534"/>
                </a:lnTo>
                <a:lnTo>
                  <a:pt x="867" y="520"/>
                </a:lnTo>
                <a:lnTo>
                  <a:pt x="870" y="507"/>
                </a:lnTo>
                <a:lnTo>
                  <a:pt x="872" y="493"/>
                </a:lnTo>
                <a:lnTo>
                  <a:pt x="873" y="480"/>
                </a:lnTo>
                <a:lnTo>
                  <a:pt x="874" y="466"/>
                </a:lnTo>
                <a:lnTo>
                  <a:pt x="875" y="452"/>
                </a:lnTo>
                <a:lnTo>
                  <a:pt x="875" y="438"/>
                </a:lnTo>
                <a:close/>
              </a:path>
            </a:pathLst>
          </a:custGeom>
          <a:solidFill>
            <a:srgbClr val="fffe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3718080" y="3165480"/>
            <a:ext cx="317160" cy="317520"/>
          </a:xfrm>
          <a:custGeom>
            <a:avLst/>
            <a:gdLst/>
            <a:ahLst/>
            <a:rect l="0" t="0" r="r" b="b"/>
            <a:pathLst>
              <a:path w="881" h="882">
                <a:moveTo>
                  <a:pt x="878" y="440"/>
                </a:moveTo>
                <a:lnTo>
                  <a:pt x="878" y="455"/>
                </a:lnTo>
                <a:lnTo>
                  <a:pt x="877" y="469"/>
                </a:lnTo>
                <a:lnTo>
                  <a:pt x="876" y="483"/>
                </a:lnTo>
                <a:lnTo>
                  <a:pt x="875" y="496"/>
                </a:lnTo>
                <a:lnTo>
                  <a:pt x="873" y="510"/>
                </a:lnTo>
                <a:lnTo>
                  <a:pt x="870" y="523"/>
                </a:lnTo>
                <a:lnTo>
                  <a:pt x="868" y="537"/>
                </a:lnTo>
                <a:lnTo>
                  <a:pt x="864" y="550"/>
                </a:lnTo>
                <a:lnTo>
                  <a:pt x="861" y="563"/>
                </a:lnTo>
                <a:lnTo>
                  <a:pt x="857" y="577"/>
                </a:lnTo>
                <a:lnTo>
                  <a:pt x="852" y="589"/>
                </a:lnTo>
                <a:lnTo>
                  <a:pt x="847" y="602"/>
                </a:lnTo>
                <a:lnTo>
                  <a:pt x="842" y="615"/>
                </a:lnTo>
                <a:lnTo>
                  <a:pt x="836" y="628"/>
                </a:lnTo>
                <a:lnTo>
                  <a:pt x="830" y="640"/>
                </a:lnTo>
                <a:lnTo>
                  <a:pt x="824" y="652"/>
                </a:lnTo>
                <a:lnTo>
                  <a:pt x="817" y="664"/>
                </a:lnTo>
                <a:lnTo>
                  <a:pt x="810" y="676"/>
                </a:lnTo>
                <a:lnTo>
                  <a:pt x="802" y="687"/>
                </a:lnTo>
                <a:lnTo>
                  <a:pt x="795" y="698"/>
                </a:lnTo>
                <a:lnTo>
                  <a:pt x="786" y="709"/>
                </a:lnTo>
                <a:lnTo>
                  <a:pt x="778" y="720"/>
                </a:lnTo>
                <a:lnTo>
                  <a:pt x="769" y="730"/>
                </a:lnTo>
                <a:lnTo>
                  <a:pt x="760" y="741"/>
                </a:lnTo>
                <a:lnTo>
                  <a:pt x="750" y="750"/>
                </a:lnTo>
                <a:lnTo>
                  <a:pt x="740" y="760"/>
                </a:lnTo>
                <a:lnTo>
                  <a:pt x="730" y="769"/>
                </a:lnTo>
                <a:lnTo>
                  <a:pt x="720" y="778"/>
                </a:lnTo>
                <a:lnTo>
                  <a:pt x="709" y="787"/>
                </a:lnTo>
                <a:lnTo>
                  <a:pt x="698" y="795"/>
                </a:lnTo>
                <a:lnTo>
                  <a:pt x="687" y="803"/>
                </a:lnTo>
                <a:lnTo>
                  <a:pt x="675" y="810"/>
                </a:lnTo>
                <a:lnTo>
                  <a:pt x="663" y="818"/>
                </a:lnTo>
                <a:lnTo>
                  <a:pt x="651" y="824"/>
                </a:lnTo>
                <a:lnTo>
                  <a:pt x="638" y="831"/>
                </a:lnTo>
                <a:lnTo>
                  <a:pt x="626" y="837"/>
                </a:lnTo>
                <a:lnTo>
                  <a:pt x="614" y="843"/>
                </a:lnTo>
                <a:lnTo>
                  <a:pt x="601" y="848"/>
                </a:lnTo>
                <a:lnTo>
                  <a:pt x="588" y="853"/>
                </a:lnTo>
                <a:lnTo>
                  <a:pt x="575" y="857"/>
                </a:lnTo>
                <a:lnTo>
                  <a:pt x="562" y="861"/>
                </a:lnTo>
                <a:lnTo>
                  <a:pt x="549" y="865"/>
                </a:lnTo>
                <a:lnTo>
                  <a:pt x="535" y="868"/>
                </a:lnTo>
                <a:lnTo>
                  <a:pt x="522" y="871"/>
                </a:lnTo>
                <a:lnTo>
                  <a:pt x="508" y="873"/>
                </a:lnTo>
                <a:lnTo>
                  <a:pt x="495" y="875"/>
                </a:lnTo>
                <a:lnTo>
                  <a:pt x="481" y="877"/>
                </a:lnTo>
                <a:lnTo>
                  <a:pt x="467" y="878"/>
                </a:lnTo>
                <a:lnTo>
                  <a:pt x="454" y="878"/>
                </a:lnTo>
                <a:lnTo>
                  <a:pt x="440" y="878"/>
                </a:lnTo>
                <a:lnTo>
                  <a:pt x="426" y="878"/>
                </a:lnTo>
                <a:lnTo>
                  <a:pt x="413" y="878"/>
                </a:lnTo>
                <a:lnTo>
                  <a:pt x="399" y="877"/>
                </a:lnTo>
                <a:lnTo>
                  <a:pt x="385" y="875"/>
                </a:lnTo>
                <a:lnTo>
                  <a:pt x="372" y="873"/>
                </a:lnTo>
                <a:lnTo>
                  <a:pt x="358" y="871"/>
                </a:lnTo>
                <a:lnTo>
                  <a:pt x="345" y="868"/>
                </a:lnTo>
                <a:lnTo>
                  <a:pt x="331" y="865"/>
                </a:lnTo>
                <a:lnTo>
                  <a:pt x="318" y="861"/>
                </a:lnTo>
                <a:lnTo>
                  <a:pt x="305" y="857"/>
                </a:lnTo>
                <a:lnTo>
                  <a:pt x="292" y="853"/>
                </a:lnTo>
                <a:lnTo>
                  <a:pt x="279" y="848"/>
                </a:lnTo>
                <a:lnTo>
                  <a:pt x="266" y="843"/>
                </a:lnTo>
                <a:lnTo>
                  <a:pt x="254" y="837"/>
                </a:lnTo>
                <a:lnTo>
                  <a:pt x="242" y="831"/>
                </a:lnTo>
                <a:lnTo>
                  <a:pt x="230" y="824"/>
                </a:lnTo>
                <a:lnTo>
                  <a:pt x="218" y="818"/>
                </a:lnTo>
                <a:lnTo>
                  <a:pt x="206" y="810"/>
                </a:lnTo>
                <a:lnTo>
                  <a:pt x="194" y="803"/>
                </a:lnTo>
                <a:lnTo>
                  <a:pt x="183" y="795"/>
                </a:lnTo>
                <a:lnTo>
                  <a:pt x="172" y="787"/>
                </a:lnTo>
                <a:lnTo>
                  <a:pt x="161" y="778"/>
                </a:lnTo>
                <a:lnTo>
                  <a:pt x="151" y="769"/>
                </a:lnTo>
                <a:lnTo>
                  <a:pt x="141" y="760"/>
                </a:lnTo>
                <a:lnTo>
                  <a:pt x="131" y="750"/>
                </a:lnTo>
                <a:lnTo>
                  <a:pt x="121" y="741"/>
                </a:lnTo>
                <a:lnTo>
                  <a:pt x="112" y="730"/>
                </a:lnTo>
                <a:lnTo>
                  <a:pt x="103" y="720"/>
                </a:lnTo>
                <a:lnTo>
                  <a:pt x="95" y="709"/>
                </a:lnTo>
                <a:lnTo>
                  <a:pt x="86" y="698"/>
                </a:lnTo>
                <a:lnTo>
                  <a:pt x="79" y="687"/>
                </a:lnTo>
                <a:lnTo>
                  <a:pt x="71" y="676"/>
                </a:lnTo>
                <a:lnTo>
                  <a:pt x="64" y="664"/>
                </a:lnTo>
                <a:lnTo>
                  <a:pt x="57" y="652"/>
                </a:lnTo>
                <a:lnTo>
                  <a:pt x="51" y="640"/>
                </a:lnTo>
                <a:lnTo>
                  <a:pt x="45" y="628"/>
                </a:lnTo>
                <a:lnTo>
                  <a:pt x="39" y="615"/>
                </a:lnTo>
                <a:lnTo>
                  <a:pt x="34" y="602"/>
                </a:lnTo>
                <a:lnTo>
                  <a:pt x="29" y="589"/>
                </a:lnTo>
                <a:lnTo>
                  <a:pt x="24" y="577"/>
                </a:lnTo>
                <a:lnTo>
                  <a:pt x="20" y="563"/>
                </a:lnTo>
                <a:lnTo>
                  <a:pt x="17" y="550"/>
                </a:lnTo>
                <a:lnTo>
                  <a:pt x="14" y="537"/>
                </a:lnTo>
                <a:lnTo>
                  <a:pt x="11" y="523"/>
                </a:lnTo>
                <a:lnTo>
                  <a:pt x="8" y="510"/>
                </a:lnTo>
                <a:lnTo>
                  <a:pt x="6" y="496"/>
                </a:lnTo>
                <a:lnTo>
                  <a:pt x="5" y="483"/>
                </a:lnTo>
                <a:lnTo>
                  <a:pt x="4" y="469"/>
                </a:lnTo>
                <a:lnTo>
                  <a:pt x="3" y="455"/>
                </a:lnTo>
                <a:lnTo>
                  <a:pt x="3" y="440"/>
                </a:lnTo>
                <a:lnTo>
                  <a:pt x="3" y="427"/>
                </a:lnTo>
                <a:lnTo>
                  <a:pt x="4" y="413"/>
                </a:lnTo>
                <a:lnTo>
                  <a:pt x="5" y="399"/>
                </a:lnTo>
                <a:lnTo>
                  <a:pt x="6" y="386"/>
                </a:lnTo>
                <a:lnTo>
                  <a:pt x="8" y="372"/>
                </a:lnTo>
                <a:lnTo>
                  <a:pt x="11" y="359"/>
                </a:lnTo>
                <a:lnTo>
                  <a:pt x="14" y="345"/>
                </a:lnTo>
                <a:lnTo>
                  <a:pt x="17" y="332"/>
                </a:lnTo>
                <a:lnTo>
                  <a:pt x="20" y="319"/>
                </a:lnTo>
                <a:lnTo>
                  <a:pt x="24" y="305"/>
                </a:lnTo>
                <a:lnTo>
                  <a:pt x="29" y="292"/>
                </a:lnTo>
                <a:lnTo>
                  <a:pt x="34" y="280"/>
                </a:lnTo>
                <a:lnTo>
                  <a:pt x="39" y="267"/>
                </a:lnTo>
                <a:lnTo>
                  <a:pt x="45" y="254"/>
                </a:lnTo>
                <a:lnTo>
                  <a:pt x="51" y="242"/>
                </a:lnTo>
                <a:lnTo>
                  <a:pt x="57" y="230"/>
                </a:lnTo>
                <a:lnTo>
                  <a:pt x="64" y="218"/>
                </a:lnTo>
                <a:lnTo>
                  <a:pt x="71" y="206"/>
                </a:lnTo>
                <a:lnTo>
                  <a:pt x="79" y="195"/>
                </a:lnTo>
                <a:lnTo>
                  <a:pt x="86" y="184"/>
                </a:lnTo>
                <a:lnTo>
                  <a:pt x="95" y="173"/>
                </a:lnTo>
                <a:lnTo>
                  <a:pt x="103" y="162"/>
                </a:lnTo>
                <a:lnTo>
                  <a:pt x="112" y="151"/>
                </a:lnTo>
                <a:lnTo>
                  <a:pt x="121" y="141"/>
                </a:lnTo>
                <a:lnTo>
                  <a:pt x="131" y="131"/>
                </a:lnTo>
                <a:lnTo>
                  <a:pt x="141" y="122"/>
                </a:lnTo>
                <a:lnTo>
                  <a:pt x="151" y="113"/>
                </a:lnTo>
                <a:lnTo>
                  <a:pt x="161" y="104"/>
                </a:lnTo>
                <a:lnTo>
                  <a:pt x="172" y="95"/>
                </a:lnTo>
                <a:lnTo>
                  <a:pt x="183" y="87"/>
                </a:lnTo>
                <a:lnTo>
                  <a:pt x="194" y="79"/>
                </a:lnTo>
                <a:lnTo>
                  <a:pt x="206" y="71"/>
                </a:lnTo>
                <a:lnTo>
                  <a:pt x="218" y="64"/>
                </a:lnTo>
                <a:lnTo>
                  <a:pt x="230" y="57"/>
                </a:lnTo>
                <a:lnTo>
                  <a:pt x="242" y="51"/>
                </a:lnTo>
                <a:lnTo>
                  <a:pt x="254" y="45"/>
                </a:lnTo>
                <a:lnTo>
                  <a:pt x="266" y="39"/>
                </a:lnTo>
                <a:lnTo>
                  <a:pt x="279" y="34"/>
                </a:lnTo>
                <a:lnTo>
                  <a:pt x="292" y="29"/>
                </a:lnTo>
                <a:lnTo>
                  <a:pt x="305" y="25"/>
                </a:lnTo>
                <a:lnTo>
                  <a:pt x="318" y="21"/>
                </a:lnTo>
                <a:lnTo>
                  <a:pt x="331" y="17"/>
                </a:lnTo>
                <a:lnTo>
                  <a:pt x="345" y="14"/>
                </a:lnTo>
                <a:lnTo>
                  <a:pt x="358" y="11"/>
                </a:lnTo>
                <a:lnTo>
                  <a:pt x="372" y="9"/>
                </a:lnTo>
                <a:lnTo>
                  <a:pt x="385" y="7"/>
                </a:lnTo>
                <a:lnTo>
                  <a:pt x="399" y="5"/>
                </a:lnTo>
                <a:lnTo>
                  <a:pt x="413" y="4"/>
                </a:lnTo>
                <a:lnTo>
                  <a:pt x="426" y="4"/>
                </a:lnTo>
                <a:lnTo>
                  <a:pt x="440" y="3"/>
                </a:lnTo>
                <a:lnTo>
                  <a:pt x="454" y="4"/>
                </a:lnTo>
                <a:lnTo>
                  <a:pt x="467" y="4"/>
                </a:lnTo>
                <a:lnTo>
                  <a:pt x="481" y="5"/>
                </a:lnTo>
                <a:lnTo>
                  <a:pt x="495" y="7"/>
                </a:lnTo>
                <a:lnTo>
                  <a:pt x="508" y="9"/>
                </a:lnTo>
                <a:lnTo>
                  <a:pt x="522" y="11"/>
                </a:lnTo>
                <a:lnTo>
                  <a:pt x="535" y="14"/>
                </a:lnTo>
                <a:lnTo>
                  <a:pt x="549" y="17"/>
                </a:lnTo>
                <a:lnTo>
                  <a:pt x="562" y="21"/>
                </a:lnTo>
                <a:lnTo>
                  <a:pt x="575" y="25"/>
                </a:lnTo>
                <a:lnTo>
                  <a:pt x="588" y="29"/>
                </a:lnTo>
                <a:lnTo>
                  <a:pt x="601" y="34"/>
                </a:lnTo>
                <a:lnTo>
                  <a:pt x="614" y="39"/>
                </a:lnTo>
                <a:lnTo>
                  <a:pt x="626" y="45"/>
                </a:lnTo>
                <a:lnTo>
                  <a:pt x="638" y="51"/>
                </a:lnTo>
                <a:lnTo>
                  <a:pt x="651" y="57"/>
                </a:lnTo>
                <a:lnTo>
                  <a:pt x="663" y="64"/>
                </a:lnTo>
                <a:lnTo>
                  <a:pt x="675" y="71"/>
                </a:lnTo>
                <a:lnTo>
                  <a:pt x="687" y="79"/>
                </a:lnTo>
                <a:lnTo>
                  <a:pt x="698" y="87"/>
                </a:lnTo>
                <a:lnTo>
                  <a:pt x="709" y="95"/>
                </a:lnTo>
                <a:lnTo>
                  <a:pt x="720" y="104"/>
                </a:lnTo>
                <a:lnTo>
                  <a:pt x="730" y="113"/>
                </a:lnTo>
                <a:lnTo>
                  <a:pt x="740" y="122"/>
                </a:lnTo>
                <a:lnTo>
                  <a:pt x="750" y="131"/>
                </a:lnTo>
                <a:lnTo>
                  <a:pt x="760" y="141"/>
                </a:lnTo>
                <a:lnTo>
                  <a:pt x="769" y="151"/>
                </a:lnTo>
                <a:lnTo>
                  <a:pt x="778" y="162"/>
                </a:lnTo>
                <a:lnTo>
                  <a:pt x="786" y="173"/>
                </a:lnTo>
                <a:lnTo>
                  <a:pt x="795" y="184"/>
                </a:lnTo>
                <a:lnTo>
                  <a:pt x="802" y="195"/>
                </a:lnTo>
                <a:lnTo>
                  <a:pt x="810" y="206"/>
                </a:lnTo>
                <a:lnTo>
                  <a:pt x="817" y="218"/>
                </a:lnTo>
                <a:lnTo>
                  <a:pt x="824" y="230"/>
                </a:lnTo>
                <a:lnTo>
                  <a:pt x="830" y="242"/>
                </a:lnTo>
                <a:lnTo>
                  <a:pt x="836" y="254"/>
                </a:lnTo>
                <a:lnTo>
                  <a:pt x="842" y="267"/>
                </a:lnTo>
                <a:lnTo>
                  <a:pt x="847" y="280"/>
                </a:lnTo>
                <a:lnTo>
                  <a:pt x="852" y="292"/>
                </a:lnTo>
                <a:lnTo>
                  <a:pt x="857" y="305"/>
                </a:lnTo>
                <a:lnTo>
                  <a:pt x="861" y="319"/>
                </a:lnTo>
                <a:lnTo>
                  <a:pt x="864" y="332"/>
                </a:lnTo>
                <a:lnTo>
                  <a:pt x="868" y="345"/>
                </a:lnTo>
                <a:lnTo>
                  <a:pt x="870" y="359"/>
                </a:lnTo>
                <a:lnTo>
                  <a:pt x="873" y="372"/>
                </a:lnTo>
                <a:lnTo>
                  <a:pt x="875" y="386"/>
                </a:lnTo>
                <a:lnTo>
                  <a:pt x="876" y="399"/>
                </a:lnTo>
                <a:lnTo>
                  <a:pt x="877" y="413"/>
                </a:lnTo>
                <a:lnTo>
                  <a:pt x="878" y="427"/>
                </a:lnTo>
                <a:lnTo>
                  <a:pt x="878" y="440"/>
                </a:lnTo>
                <a:moveTo>
                  <a:pt x="881" y="440"/>
                </a:moveTo>
                <a:lnTo>
                  <a:pt x="881" y="427"/>
                </a:lnTo>
                <a:lnTo>
                  <a:pt x="881" y="413"/>
                </a:lnTo>
                <a:lnTo>
                  <a:pt x="879" y="399"/>
                </a:lnTo>
                <a:lnTo>
                  <a:pt x="878" y="385"/>
                </a:lnTo>
                <a:lnTo>
                  <a:pt x="876" y="372"/>
                </a:lnTo>
                <a:lnTo>
                  <a:pt x="874" y="358"/>
                </a:lnTo>
                <a:lnTo>
                  <a:pt x="871" y="344"/>
                </a:lnTo>
                <a:lnTo>
                  <a:pt x="868" y="331"/>
                </a:lnTo>
                <a:lnTo>
                  <a:pt x="864" y="318"/>
                </a:lnTo>
                <a:lnTo>
                  <a:pt x="860" y="304"/>
                </a:lnTo>
                <a:lnTo>
                  <a:pt x="855" y="291"/>
                </a:lnTo>
                <a:lnTo>
                  <a:pt x="851" y="278"/>
                </a:lnTo>
                <a:lnTo>
                  <a:pt x="845" y="266"/>
                </a:lnTo>
                <a:lnTo>
                  <a:pt x="840" y="253"/>
                </a:lnTo>
                <a:lnTo>
                  <a:pt x="833" y="241"/>
                </a:lnTo>
                <a:lnTo>
                  <a:pt x="827" y="228"/>
                </a:lnTo>
                <a:lnTo>
                  <a:pt x="820" y="216"/>
                </a:lnTo>
                <a:lnTo>
                  <a:pt x="813" y="204"/>
                </a:lnTo>
                <a:lnTo>
                  <a:pt x="805" y="193"/>
                </a:lnTo>
                <a:lnTo>
                  <a:pt x="797" y="182"/>
                </a:lnTo>
                <a:lnTo>
                  <a:pt x="789" y="171"/>
                </a:lnTo>
                <a:lnTo>
                  <a:pt x="780" y="160"/>
                </a:lnTo>
                <a:lnTo>
                  <a:pt x="771" y="149"/>
                </a:lnTo>
                <a:lnTo>
                  <a:pt x="762" y="139"/>
                </a:lnTo>
                <a:lnTo>
                  <a:pt x="752" y="129"/>
                </a:lnTo>
                <a:lnTo>
                  <a:pt x="743" y="119"/>
                </a:lnTo>
                <a:lnTo>
                  <a:pt x="732" y="110"/>
                </a:lnTo>
                <a:lnTo>
                  <a:pt x="722" y="101"/>
                </a:lnTo>
                <a:lnTo>
                  <a:pt x="711" y="92"/>
                </a:lnTo>
                <a:lnTo>
                  <a:pt x="700" y="84"/>
                </a:lnTo>
                <a:lnTo>
                  <a:pt x="689" y="76"/>
                </a:lnTo>
                <a:lnTo>
                  <a:pt x="677" y="69"/>
                </a:lnTo>
                <a:lnTo>
                  <a:pt x="664" y="61"/>
                </a:lnTo>
                <a:lnTo>
                  <a:pt x="652" y="55"/>
                </a:lnTo>
                <a:lnTo>
                  <a:pt x="640" y="48"/>
                </a:lnTo>
                <a:lnTo>
                  <a:pt x="628" y="42"/>
                </a:lnTo>
                <a:lnTo>
                  <a:pt x="615" y="36"/>
                </a:lnTo>
                <a:lnTo>
                  <a:pt x="602" y="31"/>
                </a:lnTo>
                <a:lnTo>
                  <a:pt x="589" y="26"/>
                </a:lnTo>
                <a:lnTo>
                  <a:pt x="576" y="22"/>
                </a:lnTo>
                <a:lnTo>
                  <a:pt x="563" y="18"/>
                </a:lnTo>
                <a:lnTo>
                  <a:pt x="550" y="14"/>
                </a:lnTo>
                <a:lnTo>
                  <a:pt x="536" y="11"/>
                </a:lnTo>
                <a:lnTo>
                  <a:pt x="523" y="8"/>
                </a:lnTo>
                <a:lnTo>
                  <a:pt x="509" y="5"/>
                </a:lnTo>
                <a:lnTo>
                  <a:pt x="495" y="4"/>
                </a:lnTo>
                <a:lnTo>
                  <a:pt x="481" y="2"/>
                </a:lnTo>
                <a:lnTo>
                  <a:pt x="468" y="1"/>
                </a:lnTo>
                <a:lnTo>
                  <a:pt x="454" y="0"/>
                </a:lnTo>
                <a:lnTo>
                  <a:pt x="440" y="0"/>
                </a:lnTo>
                <a:lnTo>
                  <a:pt x="426" y="0"/>
                </a:lnTo>
                <a:lnTo>
                  <a:pt x="412" y="1"/>
                </a:lnTo>
                <a:lnTo>
                  <a:pt x="399" y="2"/>
                </a:lnTo>
                <a:lnTo>
                  <a:pt x="385" y="4"/>
                </a:lnTo>
                <a:lnTo>
                  <a:pt x="371" y="5"/>
                </a:lnTo>
                <a:lnTo>
                  <a:pt x="358" y="8"/>
                </a:lnTo>
                <a:lnTo>
                  <a:pt x="344" y="11"/>
                </a:lnTo>
                <a:lnTo>
                  <a:pt x="331" y="14"/>
                </a:lnTo>
                <a:lnTo>
                  <a:pt x="317" y="18"/>
                </a:lnTo>
                <a:lnTo>
                  <a:pt x="304" y="22"/>
                </a:lnTo>
                <a:lnTo>
                  <a:pt x="291" y="26"/>
                </a:lnTo>
                <a:lnTo>
                  <a:pt x="278" y="31"/>
                </a:lnTo>
                <a:lnTo>
                  <a:pt x="265" y="36"/>
                </a:lnTo>
                <a:lnTo>
                  <a:pt x="253" y="42"/>
                </a:lnTo>
                <a:lnTo>
                  <a:pt x="240" y="48"/>
                </a:lnTo>
                <a:lnTo>
                  <a:pt x="228" y="55"/>
                </a:lnTo>
                <a:lnTo>
                  <a:pt x="216" y="61"/>
                </a:lnTo>
                <a:lnTo>
                  <a:pt x="204" y="69"/>
                </a:lnTo>
                <a:lnTo>
                  <a:pt x="193" y="76"/>
                </a:lnTo>
                <a:lnTo>
                  <a:pt x="181" y="84"/>
                </a:lnTo>
                <a:lnTo>
                  <a:pt x="170" y="92"/>
                </a:lnTo>
                <a:lnTo>
                  <a:pt x="159" y="101"/>
                </a:lnTo>
                <a:lnTo>
                  <a:pt x="149" y="110"/>
                </a:lnTo>
                <a:lnTo>
                  <a:pt x="139" y="119"/>
                </a:lnTo>
                <a:lnTo>
                  <a:pt x="129" y="129"/>
                </a:lnTo>
                <a:lnTo>
                  <a:pt x="119" y="139"/>
                </a:lnTo>
                <a:lnTo>
                  <a:pt x="110" y="149"/>
                </a:lnTo>
                <a:lnTo>
                  <a:pt x="101" y="160"/>
                </a:lnTo>
                <a:lnTo>
                  <a:pt x="92" y="171"/>
                </a:lnTo>
                <a:lnTo>
                  <a:pt x="84" y="182"/>
                </a:lnTo>
                <a:lnTo>
                  <a:pt x="76" y="193"/>
                </a:lnTo>
                <a:lnTo>
                  <a:pt x="68" y="204"/>
                </a:lnTo>
                <a:lnTo>
                  <a:pt x="61" y="216"/>
                </a:lnTo>
                <a:lnTo>
                  <a:pt x="54" y="228"/>
                </a:lnTo>
                <a:lnTo>
                  <a:pt x="48" y="241"/>
                </a:lnTo>
                <a:lnTo>
                  <a:pt x="42" y="253"/>
                </a:lnTo>
                <a:lnTo>
                  <a:pt x="36" y="266"/>
                </a:lnTo>
                <a:lnTo>
                  <a:pt x="31" y="278"/>
                </a:lnTo>
                <a:lnTo>
                  <a:pt x="26" y="291"/>
                </a:lnTo>
                <a:lnTo>
                  <a:pt x="21" y="304"/>
                </a:lnTo>
                <a:lnTo>
                  <a:pt x="17" y="318"/>
                </a:lnTo>
                <a:lnTo>
                  <a:pt x="13" y="331"/>
                </a:lnTo>
                <a:lnTo>
                  <a:pt x="10" y="344"/>
                </a:lnTo>
                <a:lnTo>
                  <a:pt x="7" y="358"/>
                </a:lnTo>
                <a:lnTo>
                  <a:pt x="5" y="372"/>
                </a:lnTo>
                <a:lnTo>
                  <a:pt x="3" y="385"/>
                </a:lnTo>
                <a:lnTo>
                  <a:pt x="2" y="399"/>
                </a:lnTo>
                <a:lnTo>
                  <a:pt x="1" y="413"/>
                </a:lnTo>
                <a:lnTo>
                  <a:pt x="0" y="427"/>
                </a:lnTo>
                <a:lnTo>
                  <a:pt x="0" y="440"/>
                </a:lnTo>
                <a:lnTo>
                  <a:pt x="0" y="455"/>
                </a:lnTo>
                <a:lnTo>
                  <a:pt x="1" y="469"/>
                </a:lnTo>
                <a:lnTo>
                  <a:pt x="2" y="483"/>
                </a:lnTo>
                <a:lnTo>
                  <a:pt x="3" y="497"/>
                </a:lnTo>
                <a:lnTo>
                  <a:pt x="5" y="510"/>
                </a:lnTo>
                <a:lnTo>
                  <a:pt x="7" y="524"/>
                </a:lnTo>
                <a:lnTo>
                  <a:pt x="10" y="538"/>
                </a:lnTo>
                <a:lnTo>
                  <a:pt x="13" y="551"/>
                </a:lnTo>
                <a:lnTo>
                  <a:pt x="17" y="564"/>
                </a:lnTo>
                <a:lnTo>
                  <a:pt x="21" y="578"/>
                </a:lnTo>
                <a:lnTo>
                  <a:pt x="26" y="591"/>
                </a:lnTo>
                <a:lnTo>
                  <a:pt x="31" y="604"/>
                </a:lnTo>
                <a:lnTo>
                  <a:pt x="36" y="616"/>
                </a:lnTo>
                <a:lnTo>
                  <a:pt x="42" y="629"/>
                </a:lnTo>
                <a:lnTo>
                  <a:pt x="48" y="641"/>
                </a:lnTo>
                <a:lnTo>
                  <a:pt x="54" y="654"/>
                </a:lnTo>
                <a:lnTo>
                  <a:pt x="61" y="666"/>
                </a:lnTo>
                <a:lnTo>
                  <a:pt x="68" y="677"/>
                </a:lnTo>
                <a:lnTo>
                  <a:pt x="76" y="689"/>
                </a:lnTo>
                <a:lnTo>
                  <a:pt x="84" y="700"/>
                </a:lnTo>
                <a:lnTo>
                  <a:pt x="92" y="711"/>
                </a:lnTo>
                <a:lnTo>
                  <a:pt x="101" y="722"/>
                </a:lnTo>
                <a:lnTo>
                  <a:pt x="110" y="733"/>
                </a:lnTo>
                <a:lnTo>
                  <a:pt x="119" y="743"/>
                </a:lnTo>
                <a:lnTo>
                  <a:pt x="129" y="753"/>
                </a:lnTo>
                <a:lnTo>
                  <a:pt x="139" y="762"/>
                </a:lnTo>
                <a:lnTo>
                  <a:pt x="149" y="772"/>
                </a:lnTo>
                <a:lnTo>
                  <a:pt x="159" y="781"/>
                </a:lnTo>
                <a:lnTo>
                  <a:pt x="170" y="789"/>
                </a:lnTo>
                <a:lnTo>
                  <a:pt x="181" y="798"/>
                </a:lnTo>
                <a:lnTo>
                  <a:pt x="193" y="806"/>
                </a:lnTo>
                <a:lnTo>
                  <a:pt x="204" y="813"/>
                </a:lnTo>
                <a:lnTo>
                  <a:pt x="216" y="821"/>
                </a:lnTo>
                <a:lnTo>
                  <a:pt x="228" y="827"/>
                </a:lnTo>
                <a:lnTo>
                  <a:pt x="240" y="834"/>
                </a:lnTo>
                <a:lnTo>
                  <a:pt x="253" y="840"/>
                </a:lnTo>
                <a:lnTo>
                  <a:pt x="265" y="846"/>
                </a:lnTo>
                <a:lnTo>
                  <a:pt x="278" y="851"/>
                </a:lnTo>
                <a:lnTo>
                  <a:pt x="291" y="856"/>
                </a:lnTo>
                <a:lnTo>
                  <a:pt x="304" y="860"/>
                </a:lnTo>
                <a:lnTo>
                  <a:pt x="317" y="864"/>
                </a:lnTo>
                <a:lnTo>
                  <a:pt x="331" y="868"/>
                </a:lnTo>
                <a:lnTo>
                  <a:pt x="344" y="871"/>
                </a:lnTo>
                <a:lnTo>
                  <a:pt x="358" y="874"/>
                </a:lnTo>
                <a:lnTo>
                  <a:pt x="371" y="876"/>
                </a:lnTo>
                <a:lnTo>
                  <a:pt x="385" y="878"/>
                </a:lnTo>
                <a:lnTo>
                  <a:pt x="399" y="880"/>
                </a:lnTo>
                <a:lnTo>
                  <a:pt x="412" y="881"/>
                </a:lnTo>
                <a:lnTo>
                  <a:pt x="426" y="882"/>
                </a:lnTo>
                <a:lnTo>
                  <a:pt x="440" y="882"/>
                </a:lnTo>
                <a:lnTo>
                  <a:pt x="454" y="882"/>
                </a:lnTo>
                <a:lnTo>
                  <a:pt x="468" y="881"/>
                </a:lnTo>
                <a:lnTo>
                  <a:pt x="481" y="880"/>
                </a:lnTo>
                <a:lnTo>
                  <a:pt x="495" y="878"/>
                </a:lnTo>
                <a:lnTo>
                  <a:pt x="509" y="876"/>
                </a:lnTo>
                <a:lnTo>
                  <a:pt x="523" y="874"/>
                </a:lnTo>
                <a:lnTo>
                  <a:pt x="536" y="871"/>
                </a:lnTo>
                <a:lnTo>
                  <a:pt x="550" y="868"/>
                </a:lnTo>
                <a:lnTo>
                  <a:pt x="563" y="864"/>
                </a:lnTo>
                <a:lnTo>
                  <a:pt x="576" y="860"/>
                </a:lnTo>
                <a:lnTo>
                  <a:pt x="589" y="856"/>
                </a:lnTo>
                <a:lnTo>
                  <a:pt x="602" y="851"/>
                </a:lnTo>
                <a:lnTo>
                  <a:pt x="615" y="846"/>
                </a:lnTo>
                <a:lnTo>
                  <a:pt x="628" y="840"/>
                </a:lnTo>
                <a:lnTo>
                  <a:pt x="640" y="834"/>
                </a:lnTo>
                <a:lnTo>
                  <a:pt x="652" y="827"/>
                </a:lnTo>
                <a:lnTo>
                  <a:pt x="664" y="821"/>
                </a:lnTo>
                <a:lnTo>
                  <a:pt x="677" y="813"/>
                </a:lnTo>
                <a:lnTo>
                  <a:pt x="689" y="806"/>
                </a:lnTo>
                <a:lnTo>
                  <a:pt x="700" y="798"/>
                </a:lnTo>
                <a:lnTo>
                  <a:pt x="711" y="789"/>
                </a:lnTo>
                <a:lnTo>
                  <a:pt x="722" y="781"/>
                </a:lnTo>
                <a:lnTo>
                  <a:pt x="732" y="772"/>
                </a:lnTo>
                <a:lnTo>
                  <a:pt x="743" y="762"/>
                </a:lnTo>
                <a:lnTo>
                  <a:pt x="752" y="753"/>
                </a:lnTo>
                <a:lnTo>
                  <a:pt x="762" y="743"/>
                </a:lnTo>
                <a:lnTo>
                  <a:pt x="771" y="733"/>
                </a:lnTo>
                <a:lnTo>
                  <a:pt x="780" y="722"/>
                </a:lnTo>
                <a:lnTo>
                  <a:pt x="789" y="711"/>
                </a:lnTo>
                <a:lnTo>
                  <a:pt x="797" y="700"/>
                </a:lnTo>
                <a:lnTo>
                  <a:pt x="805" y="689"/>
                </a:lnTo>
                <a:lnTo>
                  <a:pt x="813" y="677"/>
                </a:lnTo>
                <a:lnTo>
                  <a:pt x="820" y="666"/>
                </a:lnTo>
                <a:lnTo>
                  <a:pt x="827" y="654"/>
                </a:lnTo>
                <a:lnTo>
                  <a:pt x="833" y="641"/>
                </a:lnTo>
                <a:lnTo>
                  <a:pt x="840" y="629"/>
                </a:lnTo>
                <a:lnTo>
                  <a:pt x="845" y="616"/>
                </a:lnTo>
                <a:lnTo>
                  <a:pt x="851" y="604"/>
                </a:lnTo>
                <a:lnTo>
                  <a:pt x="855" y="591"/>
                </a:lnTo>
                <a:lnTo>
                  <a:pt x="860" y="578"/>
                </a:lnTo>
                <a:lnTo>
                  <a:pt x="864" y="564"/>
                </a:lnTo>
                <a:lnTo>
                  <a:pt x="868" y="551"/>
                </a:lnTo>
                <a:lnTo>
                  <a:pt x="871" y="538"/>
                </a:lnTo>
                <a:lnTo>
                  <a:pt x="874" y="524"/>
                </a:lnTo>
                <a:lnTo>
                  <a:pt x="876" y="510"/>
                </a:lnTo>
                <a:lnTo>
                  <a:pt x="878" y="497"/>
                </a:lnTo>
                <a:lnTo>
                  <a:pt x="879" y="483"/>
                </a:lnTo>
                <a:lnTo>
                  <a:pt x="881" y="469"/>
                </a:lnTo>
                <a:lnTo>
                  <a:pt x="881" y="455"/>
                </a:lnTo>
                <a:lnTo>
                  <a:pt x="881" y="440"/>
                </a:lnTo>
                <a:close/>
              </a:path>
            </a:pathLst>
          </a:custGeom>
          <a:solidFill>
            <a:srgbClr val="80cc9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3566520" y="3014280"/>
            <a:ext cx="620280" cy="619920"/>
          </a:xfrm>
          <a:custGeom>
            <a:avLst/>
            <a:gdLst/>
            <a:ahLst/>
            <a:rect l="0" t="0" r="r" b="b"/>
            <a:pathLst>
              <a:path w="1723" h="1722">
                <a:moveTo>
                  <a:pt x="1302" y="860"/>
                </a:moveTo>
                <a:lnTo>
                  <a:pt x="1302" y="874"/>
                </a:lnTo>
                <a:lnTo>
                  <a:pt x="1302" y="888"/>
                </a:lnTo>
                <a:lnTo>
                  <a:pt x="1300" y="902"/>
                </a:lnTo>
                <a:lnTo>
                  <a:pt x="1299" y="916"/>
                </a:lnTo>
                <a:lnTo>
                  <a:pt x="1297" y="929"/>
                </a:lnTo>
                <a:lnTo>
                  <a:pt x="1295" y="943"/>
                </a:lnTo>
                <a:lnTo>
                  <a:pt x="1292" y="957"/>
                </a:lnTo>
                <a:lnTo>
                  <a:pt x="1289" y="970"/>
                </a:lnTo>
                <a:lnTo>
                  <a:pt x="1285" y="983"/>
                </a:lnTo>
                <a:lnTo>
                  <a:pt x="1281" y="997"/>
                </a:lnTo>
                <a:lnTo>
                  <a:pt x="1275" y="1010"/>
                </a:lnTo>
                <a:lnTo>
                  <a:pt x="1271" y="1023"/>
                </a:lnTo>
                <a:lnTo>
                  <a:pt x="1265" y="1035"/>
                </a:lnTo>
                <a:lnTo>
                  <a:pt x="1260" y="1048"/>
                </a:lnTo>
                <a:lnTo>
                  <a:pt x="1253" y="1060"/>
                </a:lnTo>
                <a:lnTo>
                  <a:pt x="1247" y="1073"/>
                </a:lnTo>
                <a:lnTo>
                  <a:pt x="1240" y="1085"/>
                </a:lnTo>
                <a:lnTo>
                  <a:pt x="1233" y="1097"/>
                </a:lnTo>
                <a:lnTo>
                  <a:pt x="1225" y="1109"/>
                </a:lnTo>
                <a:lnTo>
                  <a:pt x="1217" y="1120"/>
                </a:lnTo>
                <a:lnTo>
                  <a:pt x="1209" y="1131"/>
                </a:lnTo>
                <a:lnTo>
                  <a:pt x="1200" y="1142"/>
                </a:lnTo>
                <a:lnTo>
                  <a:pt x="1191" y="1153"/>
                </a:lnTo>
                <a:lnTo>
                  <a:pt x="1182" y="1163"/>
                </a:lnTo>
                <a:lnTo>
                  <a:pt x="1172" y="1173"/>
                </a:lnTo>
                <a:lnTo>
                  <a:pt x="1163" y="1182"/>
                </a:lnTo>
                <a:lnTo>
                  <a:pt x="1152" y="1192"/>
                </a:lnTo>
                <a:lnTo>
                  <a:pt x="1142" y="1201"/>
                </a:lnTo>
                <a:lnTo>
                  <a:pt x="1131" y="1209"/>
                </a:lnTo>
                <a:lnTo>
                  <a:pt x="1120" y="1218"/>
                </a:lnTo>
                <a:lnTo>
                  <a:pt x="1109" y="1226"/>
                </a:lnTo>
                <a:lnTo>
                  <a:pt x="1097" y="1233"/>
                </a:lnTo>
                <a:lnTo>
                  <a:pt x="1085" y="1241"/>
                </a:lnTo>
                <a:lnTo>
                  <a:pt x="1073" y="1247"/>
                </a:lnTo>
                <a:lnTo>
                  <a:pt x="1061" y="1254"/>
                </a:lnTo>
                <a:lnTo>
                  <a:pt x="1049" y="1260"/>
                </a:lnTo>
                <a:lnTo>
                  <a:pt x="1036" y="1266"/>
                </a:lnTo>
                <a:lnTo>
                  <a:pt x="1023" y="1271"/>
                </a:lnTo>
                <a:lnTo>
                  <a:pt x="1010" y="1276"/>
                </a:lnTo>
                <a:lnTo>
                  <a:pt x="997" y="1280"/>
                </a:lnTo>
                <a:lnTo>
                  <a:pt x="984" y="1284"/>
                </a:lnTo>
                <a:lnTo>
                  <a:pt x="971" y="1288"/>
                </a:lnTo>
                <a:lnTo>
                  <a:pt x="957" y="1291"/>
                </a:lnTo>
                <a:lnTo>
                  <a:pt x="944" y="1294"/>
                </a:lnTo>
                <a:lnTo>
                  <a:pt x="930" y="1296"/>
                </a:lnTo>
                <a:lnTo>
                  <a:pt x="916" y="1298"/>
                </a:lnTo>
                <a:lnTo>
                  <a:pt x="902" y="1300"/>
                </a:lnTo>
                <a:lnTo>
                  <a:pt x="889" y="1301"/>
                </a:lnTo>
                <a:lnTo>
                  <a:pt x="875" y="1302"/>
                </a:lnTo>
                <a:lnTo>
                  <a:pt x="861" y="1302"/>
                </a:lnTo>
                <a:lnTo>
                  <a:pt x="847" y="1302"/>
                </a:lnTo>
                <a:lnTo>
                  <a:pt x="833" y="1301"/>
                </a:lnTo>
                <a:lnTo>
                  <a:pt x="820" y="1300"/>
                </a:lnTo>
                <a:lnTo>
                  <a:pt x="806" y="1298"/>
                </a:lnTo>
                <a:lnTo>
                  <a:pt x="792" y="1296"/>
                </a:lnTo>
                <a:lnTo>
                  <a:pt x="779" y="1294"/>
                </a:lnTo>
                <a:lnTo>
                  <a:pt x="765" y="1291"/>
                </a:lnTo>
                <a:lnTo>
                  <a:pt x="752" y="1288"/>
                </a:lnTo>
                <a:lnTo>
                  <a:pt x="738" y="1284"/>
                </a:lnTo>
                <a:lnTo>
                  <a:pt x="725" y="1280"/>
                </a:lnTo>
                <a:lnTo>
                  <a:pt x="712" y="1276"/>
                </a:lnTo>
                <a:lnTo>
                  <a:pt x="699" y="1271"/>
                </a:lnTo>
                <a:lnTo>
                  <a:pt x="686" y="1266"/>
                </a:lnTo>
                <a:lnTo>
                  <a:pt x="674" y="1260"/>
                </a:lnTo>
                <a:lnTo>
                  <a:pt x="661" y="1254"/>
                </a:lnTo>
                <a:lnTo>
                  <a:pt x="649" y="1247"/>
                </a:lnTo>
                <a:lnTo>
                  <a:pt x="637" y="1241"/>
                </a:lnTo>
                <a:lnTo>
                  <a:pt x="625" y="1233"/>
                </a:lnTo>
                <a:lnTo>
                  <a:pt x="614" y="1226"/>
                </a:lnTo>
                <a:lnTo>
                  <a:pt x="602" y="1218"/>
                </a:lnTo>
                <a:lnTo>
                  <a:pt x="591" y="1209"/>
                </a:lnTo>
                <a:lnTo>
                  <a:pt x="580" y="1201"/>
                </a:lnTo>
                <a:lnTo>
                  <a:pt x="570" y="1192"/>
                </a:lnTo>
                <a:lnTo>
                  <a:pt x="560" y="1182"/>
                </a:lnTo>
                <a:lnTo>
                  <a:pt x="550" y="1173"/>
                </a:lnTo>
                <a:lnTo>
                  <a:pt x="540" y="1163"/>
                </a:lnTo>
                <a:lnTo>
                  <a:pt x="531" y="1153"/>
                </a:lnTo>
                <a:lnTo>
                  <a:pt x="522" y="1142"/>
                </a:lnTo>
                <a:lnTo>
                  <a:pt x="513" y="1131"/>
                </a:lnTo>
                <a:lnTo>
                  <a:pt x="505" y="1120"/>
                </a:lnTo>
                <a:lnTo>
                  <a:pt x="497" y="1109"/>
                </a:lnTo>
                <a:lnTo>
                  <a:pt x="489" y="1097"/>
                </a:lnTo>
                <a:lnTo>
                  <a:pt x="482" y="1085"/>
                </a:lnTo>
                <a:lnTo>
                  <a:pt x="475" y="1073"/>
                </a:lnTo>
                <a:lnTo>
                  <a:pt x="469" y="1060"/>
                </a:lnTo>
                <a:lnTo>
                  <a:pt x="463" y="1048"/>
                </a:lnTo>
                <a:lnTo>
                  <a:pt x="457" y="1035"/>
                </a:lnTo>
                <a:lnTo>
                  <a:pt x="452" y="1023"/>
                </a:lnTo>
                <a:lnTo>
                  <a:pt x="447" y="1010"/>
                </a:lnTo>
                <a:lnTo>
                  <a:pt x="442" y="997"/>
                </a:lnTo>
                <a:lnTo>
                  <a:pt x="438" y="983"/>
                </a:lnTo>
                <a:lnTo>
                  <a:pt x="434" y="970"/>
                </a:lnTo>
                <a:lnTo>
                  <a:pt x="431" y="957"/>
                </a:lnTo>
                <a:lnTo>
                  <a:pt x="428" y="943"/>
                </a:lnTo>
                <a:lnTo>
                  <a:pt x="426" y="929"/>
                </a:lnTo>
                <a:lnTo>
                  <a:pt x="424" y="916"/>
                </a:lnTo>
                <a:lnTo>
                  <a:pt x="423" y="902"/>
                </a:lnTo>
                <a:lnTo>
                  <a:pt x="422" y="888"/>
                </a:lnTo>
                <a:lnTo>
                  <a:pt x="421" y="874"/>
                </a:lnTo>
                <a:lnTo>
                  <a:pt x="421" y="860"/>
                </a:lnTo>
                <a:lnTo>
                  <a:pt x="421" y="847"/>
                </a:lnTo>
                <a:lnTo>
                  <a:pt x="422" y="833"/>
                </a:lnTo>
                <a:lnTo>
                  <a:pt x="423" y="819"/>
                </a:lnTo>
                <a:lnTo>
                  <a:pt x="424" y="805"/>
                </a:lnTo>
                <a:lnTo>
                  <a:pt x="426" y="792"/>
                </a:lnTo>
                <a:lnTo>
                  <a:pt x="428" y="778"/>
                </a:lnTo>
                <a:lnTo>
                  <a:pt x="431" y="764"/>
                </a:lnTo>
                <a:lnTo>
                  <a:pt x="434" y="751"/>
                </a:lnTo>
                <a:lnTo>
                  <a:pt x="438" y="738"/>
                </a:lnTo>
                <a:lnTo>
                  <a:pt x="442" y="724"/>
                </a:lnTo>
                <a:lnTo>
                  <a:pt x="447" y="711"/>
                </a:lnTo>
                <a:lnTo>
                  <a:pt x="452" y="698"/>
                </a:lnTo>
                <a:lnTo>
                  <a:pt x="457" y="686"/>
                </a:lnTo>
                <a:lnTo>
                  <a:pt x="463" y="673"/>
                </a:lnTo>
                <a:lnTo>
                  <a:pt x="469" y="661"/>
                </a:lnTo>
                <a:lnTo>
                  <a:pt x="475" y="648"/>
                </a:lnTo>
                <a:lnTo>
                  <a:pt x="482" y="636"/>
                </a:lnTo>
                <a:lnTo>
                  <a:pt x="489" y="624"/>
                </a:lnTo>
                <a:lnTo>
                  <a:pt x="497" y="613"/>
                </a:lnTo>
                <a:lnTo>
                  <a:pt x="505" y="602"/>
                </a:lnTo>
                <a:lnTo>
                  <a:pt x="513" y="591"/>
                </a:lnTo>
                <a:lnTo>
                  <a:pt x="522" y="580"/>
                </a:lnTo>
                <a:lnTo>
                  <a:pt x="531" y="569"/>
                </a:lnTo>
                <a:lnTo>
                  <a:pt x="540" y="559"/>
                </a:lnTo>
                <a:lnTo>
                  <a:pt x="550" y="549"/>
                </a:lnTo>
                <a:lnTo>
                  <a:pt x="560" y="539"/>
                </a:lnTo>
                <a:lnTo>
                  <a:pt x="570" y="530"/>
                </a:lnTo>
                <a:lnTo>
                  <a:pt x="580" y="521"/>
                </a:lnTo>
                <a:lnTo>
                  <a:pt x="591" y="512"/>
                </a:lnTo>
                <a:lnTo>
                  <a:pt x="602" y="504"/>
                </a:lnTo>
                <a:lnTo>
                  <a:pt x="614" y="496"/>
                </a:lnTo>
                <a:lnTo>
                  <a:pt x="625" y="489"/>
                </a:lnTo>
                <a:lnTo>
                  <a:pt x="637" y="481"/>
                </a:lnTo>
                <a:lnTo>
                  <a:pt x="649" y="475"/>
                </a:lnTo>
                <a:lnTo>
                  <a:pt x="661" y="468"/>
                </a:lnTo>
                <a:lnTo>
                  <a:pt x="674" y="462"/>
                </a:lnTo>
                <a:lnTo>
                  <a:pt x="686" y="456"/>
                </a:lnTo>
                <a:lnTo>
                  <a:pt x="699" y="451"/>
                </a:lnTo>
                <a:lnTo>
                  <a:pt x="712" y="446"/>
                </a:lnTo>
                <a:lnTo>
                  <a:pt x="725" y="442"/>
                </a:lnTo>
                <a:lnTo>
                  <a:pt x="738" y="438"/>
                </a:lnTo>
                <a:lnTo>
                  <a:pt x="752" y="434"/>
                </a:lnTo>
                <a:lnTo>
                  <a:pt x="765" y="431"/>
                </a:lnTo>
                <a:lnTo>
                  <a:pt x="779" y="428"/>
                </a:lnTo>
                <a:lnTo>
                  <a:pt x="792" y="425"/>
                </a:lnTo>
                <a:lnTo>
                  <a:pt x="806" y="424"/>
                </a:lnTo>
                <a:lnTo>
                  <a:pt x="820" y="422"/>
                </a:lnTo>
                <a:lnTo>
                  <a:pt x="833" y="421"/>
                </a:lnTo>
                <a:lnTo>
                  <a:pt x="847" y="420"/>
                </a:lnTo>
                <a:lnTo>
                  <a:pt x="861" y="420"/>
                </a:lnTo>
                <a:lnTo>
                  <a:pt x="875" y="420"/>
                </a:lnTo>
                <a:lnTo>
                  <a:pt x="889" y="421"/>
                </a:lnTo>
                <a:lnTo>
                  <a:pt x="902" y="422"/>
                </a:lnTo>
                <a:lnTo>
                  <a:pt x="916" y="424"/>
                </a:lnTo>
                <a:lnTo>
                  <a:pt x="930" y="425"/>
                </a:lnTo>
                <a:lnTo>
                  <a:pt x="944" y="428"/>
                </a:lnTo>
                <a:lnTo>
                  <a:pt x="957" y="431"/>
                </a:lnTo>
                <a:lnTo>
                  <a:pt x="971" y="434"/>
                </a:lnTo>
                <a:lnTo>
                  <a:pt x="984" y="438"/>
                </a:lnTo>
                <a:lnTo>
                  <a:pt x="997" y="442"/>
                </a:lnTo>
                <a:lnTo>
                  <a:pt x="1010" y="446"/>
                </a:lnTo>
                <a:lnTo>
                  <a:pt x="1023" y="451"/>
                </a:lnTo>
                <a:lnTo>
                  <a:pt x="1036" y="456"/>
                </a:lnTo>
                <a:lnTo>
                  <a:pt x="1049" y="462"/>
                </a:lnTo>
                <a:lnTo>
                  <a:pt x="1061" y="468"/>
                </a:lnTo>
                <a:lnTo>
                  <a:pt x="1073" y="475"/>
                </a:lnTo>
                <a:lnTo>
                  <a:pt x="1085" y="481"/>
                </a:lnTo>
                <a:lnTo>
                  <a:pt x="1097" y="489"/>
                </a:lnTo>
                <a:lnTo>
                  <a:pt x="1109" y="496"/>
                </a:lnTo>
                <a:lnTo>
                  <a:pt x="1120" y="504"/>
                </a:lnTo>
                <a:lnTo>
                  <a:pt x="1131" y="512"/>
                </a:lnTo>
                <a:lnTo>
                  <a:pt x="1142" y="521"/>
                </a:lnTo>
                <a:lnTo>
                  <a:pt x="1152" y="530"/>
                </a:lnTo>
                <a:lnTo>
                  <a:pt x="1163" y="539"/>
                </a:lnTo>
                <a:lnTo>
                  <a:pt x="1172" y="549"/>
                </a:lnTo>
                <a:lnTo>
                  <a:pt x="1182" y="559"/>
                </a:lnTo>
                <a:lnTo>
                  <a:pt x="1191" y="569"/>
                </a:lnTo>
                <a:lnTo>
                  <a:pt x="1200" y="580"/>
                </a:lnTo>
                <a:lnTo>
                  <a:pt x="1209" y="591"/>
                </a:lnTo>
                <a:lnTo>
                  <a:pt x="1217" y="602"/>
                </a:lnTo>
                <a:lnTo>
                  <a:pt x="1225" y="613"/>
                </a:lnTo>
                <a:lnTo>
                  <a:pt x="1233" y="624"/>
                </a:lnTo>
                <a:lnTo>
                  <a:pt x="1240" y="636"/>
                </a:lnTo>
                <a:lnTo>
                  <a:pt x="1247" y="648"/>
                </a:lnTo>
                <a:lnTo>
                  <a:pt x="1253" y="661"/>
                </a:lnTo>
                <a:lnTo>
                  <a:pt x="1260" y="673"/>
                </a:lnTo>
                <a:lnTo>
                  <a:pt x="1265" y="686"/>
                </a:lnTo>
                <a:lnTo>
                  <a:pt x="1271" y="698"/>
                </a:lnTo>
                <a:lnTo>
                  <a:pt x="1275" y="711"/>
                </a:lnTo>
                <a:lnTo>
                  <a:pt x="1281" y="724"/>
                </a:lnTo>
                <a:lnTo>
                  <a:pt x="1285" y="738"/>
                </a:lnTo>
                <a:lnTo>
                  <a:pt x="1289" y="751"/>
                </a:lnTo>
                <a:lnTo>
                  <a:pt x="1292" y="764"/>
                </a:lnTo>
                <a:lnTo>
                  <a:pt x="1295" y="778"/>
                </a:lnTo>
                <a:lnTo>
                  <a:pt x="1297" y="792"/>
                </a:lnTo>
                <a:lnTo>
                  <a:pt x="1299" y="805"/>
                </a:lnTo>
                <a:lnTo>
                  <a:pt x="1300" y="819"/>
                </a:lnTo>
                <a:lnTo>
                  <a:pt x="1302" y="833"/>
                </a:lnTo>
                <a:lnTo>
                  <a:pt x="1302" y="847"/>
                </a:lnTo>
                <a:lnTo>
                  <a:pt x="1302" y="860"/>
                </a:lnTo>
                <a:moveTo>
                  <a:pt x="1723" y="860"/>
                </a:moveTo>
                <a:lnTo>
                  <a:pt x="1722" y="833"/>
                </a:lnTo>
                <a:lnTo>
                  <a:pt x="1721" y="806"/>
                </a:lnTo>
                <a:lnTo>
                  <a:pt x="1719" y="779"/>
                </a:lnTo>
                <a:lnTo>
                  <a:pt x="1716" y="753"/>
                </a:lnTo>
                <a:lnTo>
                  <a:pt x="1712" y="726"/>
                </a:lnTo>
                <a:lnTo>
                  <a:pt x="1707" y="699"/>
                </a:lnTo>
                <a:lnTo>
                  <a:pt x="1702" y="673"/>
                </a:lnTo>
                <a:lnTo>
                  <a:pt x="1696" y="646"/>
                </a:lnTo>
                <a:lnTo>
                  <a:pt x="1688" y="620"/>
                </a:lnTo>
                <a:lnTo>
                  <a:pt x="1681" y="595"/>
                </a:lnTo>
                <a:lnTo>
                  <a:pt x="1672" y="569"/>
                </a:lnTo>
                <a:lnTo>
                  <a:pt x="1662" y="544"/>
                </a:lnTo>
                <a:lnTo>
                  <a:pt x="1652" y="519"/>
                </a:lnTo>
                <a:lnTo>
                  <a:pt x="1641" y="494"/>
                </a:lnTo>
                <a:lnTo>
                  <a:pt x="1629" y="470"/>
                </a:lnTo>
                <a:lnTo>
                  <a:pt x="1616" y="446"/>
                </a:lnTo>
                <a:lnTo>
                  <a:pt x="1603" y="422"/>
                </a:lnTo>
                <a:lnTo>
                  <a:pt x="1589" y="399"/>
                </a:lnTo>
                <a:lnTo>
                  <a:pt x="1574" y="377"/>
                </a:lnTo>
                <a:lnTo>
                  <a:pt x="1558" y="355"/>
                </a:lnTo>
                <a:lnTo>
                  <a:pt x="1542" y="333"/>
                </a:lnTo>
                <a:lnTo>
                  <a:pt x="1525" y="312"/>
                </a:lnTo>
                <a:lnTo>
                  <a:pt x="1508" y="291"/>
                </a:lnTo>
                <a:lnTo>
                  <a:pt x="1489" y="271"/>
                </a:lnTo>
                <a:lnTo>
                  <a:pt x="1471" y="252"/>
                </a:lnTo>
                <a:lnTo>
                  <a:pt x="1451" y="233"/>
                </a:lnTo>
                <a:lnTo>
                  <a:pt x="1431" y="215"/>
                </a:lnTo>
                <a:lnTo>
                  <a:pt x="1411" y="197"/>
                </a:lnTo>
                <a:lnTo>
                  <a:pt x="1390" y="180"/>
                </a:lnTo>
                <a:lnTo>
                  <a:pt x="1368" y="164"/>
                </a:lnTo>
                <a:lnTo>
                  <a:pt x="1346" y="149"/>
                </a:lnTo>
                <a:lnTo>
                  <a:pt x="1323" y="134"/>
                </a:lnTo>
                <a:lnTo>
                  <a:pt x="1300" y="120"/>
                </a:lnTo>
                <a:lnTo>
                  <a:pt x="1276" y="106"/>
                </a:lnTo>
                <a:lnTo>
                  <a:pt x="1252" y="94"/>
                </a:lnTo>
                <a:lnTo>
                  <a:pt x="1227" y="82"/>
                </a:lnTo>
                <a:lnTo>
                  <a:pt x="1203" y="71"/>
                </a:lnTo>
                <a:lnTo>
                  <a:pt x="1178" y="60"/>
                </a:lnTo>
                <a:lnTo>
                  <a:pt x="1153" y="51"/>
                </a:lnTo>
                <a:lnTo>
                  <a:pt x="1127" y="42"/>
                </a:lnTo>
                <a:lnTo>
                  <a:pt x="1101" y="34"/>
                </a:lnTo>
                <a:lnTo>
                  <a:pt x="1075" y="27"/>
                </a:lnTo>
                <a:lnTo>
                  <a:pt x="1049" y="21"/>
                </a:lnTo>
                <a:lnTo>
                  <a:pt x="1022" y="15"/>
                </a:lnTo>
                <a:lnTo>
                  <a:pt x="996" y="10"/>
                </a:lnTo>
                <a:lnTo>
                  <a:pt x="969" y="7"/>
                </a:lnTo>
                <a:lnTo>
                  <a:pt x="942" y="4"/>
                </a:lnTo>
                <a:lnTo>
                  <a:pt x="915" y="2"/>
                </a:lnTo>
                <a:lnTo>
                  <a:pt x="888" y="0"/>
                </a:lnTo>
                <a:lnTo>
                  <a:pt x="861" y="0"/>
                </a:lnTo>
                <a:lnTo>
                  <a:pt x="834" y="0"/>
                </a:lnTo>
                <a:lnTo>
                  <a:pt x="807" y="2"/>
                </a:lnTo>
                <a:lnTo>
                  <a:pt x="780" y="4"/>
                </a:lnTo>
                <a:lnTo>
                  <a:pt x="753" y="7"/>
                </a:lnTo>
                <a:lnTo>
                  <a:pt x="726" y="10"/>
                </a:lnTo>
                <a:lnTo>
                  <a:pt x="700" y="15"/>
                </a:lnTo>
                <a:lnTo>
                  <a:pt x="673" y="21"/>
                </a:lnTo>
                <a:lnTo>
                  <a:pt x="647" y="27"/>
                </a:lnTo>
                <a:lnTo>
                  <a:pt x="621" y="34"/>
                </a:lnTo>
                <a:lnTo>
                  <a:pt x="595" y="42"/>
                </a:lnTo>
                <a:lnTo>
                  <a:pt x="570" y="51"/>
                </a:lnTo>
                <a:lnTo>
                  <a:pt x="544" y="60"/>
                </a:lnTo>
                <a:lnTo>
                  <a:pt x="519" y="71"/>
                </a:lnTo>
                <a:lnTo>
                  <a:pt x="495" y="82"/>
                </a:lnTo>
                <a:lnTo>
                  <a:pt x="470" y="94"/>
                </a:lnTo>
                <a:lnTo>
                  <a:pt x="446" y="106"/>
                </a:lnTo>
                <a:lnTo>
                  <a:pt x="423" y="120"/>
                </a:lnTo>
                <a:lnTo>
                  <a:pt x="400" y="134"/>
                </a:lnTo>
                <a:lnTo>
                  <a:pt x="377" y="149"/>
                </a:lnTo>
                <a:lnTo>
                  <a:pt x="355" y="164"/>
                </a:lnTo>
                <a:lnTo>
                  <a:pt x="334" y="180"/>
                </a:lnTo>
                <a:lnTo>
                  <a:pt x="312" y="197"/>
                </a:lnTo>
                <a:lnTo>
                  <a:pt x="292" y="215"/>
                </a:lnTo>
                <a:lnTo>
                  <a:pt x="272" y="233"/>
                </a:lnTo>
                <a:lnTo>
                  <a:pt x="252" y="252"/>
                </a:lnTo>
                <a:lnTo>
                  <a:pt x="234" y="271"/>
                </a:lnTo>
                <a:lnTo>
                  <a:pt x="215" y="291"/>
                </a:lnTo>
                <a:lnTo>
                  <a:pt x="198" y="312"/>
                </a:lnTo>
                <a:lnTo>
                  <a:pt x="181" y="333"/>
                </a:lnTo>
                <a:lnTo>
                  <a:pt x="165" y="355"/>
                </a:lnTo>
                <a:lnTo>
                  <a:pt x="149" y="377"/>
                </a:lnTo>
                <a:lnTo>
                  <a:pt x="134" y="399"/>
                </a:lnTo>
                <a:lnTo>
                  <a:pt x="120" y="422"/>
                </a:lnTo>
                <a:lnTo>
                  <a:pt x="107" y="446"/>
                </a:lnTo>
                <a:lnTo>
                  <a:pt x="94" y="470"/>
                </a:lnTo>
                <a:lnTo>
                  <a:pt x="82" y="494"/>
                </a:lnTo>
                <a:lnTo>
                  <a:pt x="71" y="519"/>
                </a:lnTo>
                <a:lnTo>
                  <a:pt x="61" y="544"/>
                </a:lnTo>
                <a:lnTo>
                  <a:pt x="51" y="569"/>
                </a:lnTo>
                <a:lnTo>
                  <a:pt x="43" y="595"/>
                </a:lnTo>
                <a:lnTo>
                  <a:pt x="35" y="620"/>
                </a:lnTo>
                <a:lnTo>
                  <a:pt x="27" y="646"/>
                </a:lnTo>
                <a:lnTo>
                  <a:pt x="21" y="673"/>
                </a:lnTo>
                <a:lnTo>
                  <a:pt x="16" y="699"/>
                </a:lnTo>
                <a:lnTo>
                  <a:pt x="11" y="726"/>
                </a:lnTo>
                <a:lnTo>
                  <a:pt x="7" y="753"/>
                </a:lnTo>
                <a:lnTo>
                  <a:pt x="4" y="779"/>
                </a:lnTo>
                <a:lnTo>
                  <a:pt x="2" y="806"/>
                </a:lnTo>
                <a:lnTo>
                  <a:pt x="1" y="833"/>
                </a:lnTo>
                <a:lnTo>
                  <a:pt x="0" y="860"/>
                </a:lnTo>
                <a:lnTo>
                  <a:pt x="1" y="887"/>
                </a:lnTo>
                <a:lnTo>
                  <a:pt x="2" y="914"/>
                </a:lnTo>
                <a:lnTo>
                  <a:pt x="4" y="941"/>
                </a:lnTo>
                <a:lnTo>
                  <a:pt x="7" y="968"/>
                </a:lnTo>
                <a:lnTo>
                  <a:pt x="11" y="995"/>
                </a:lnTo>
                <a:lnTo>
                  <a:pt x="16" y="1022"/>
                </a:lnTo>
                <a:lnTo>
                  <a:pt x="21" y="1048"/>
                </a:lnTo>
                <a:lnTo>
                  <a:pt x="27" y="1074"/>
                </a:lnTo>
                <a:lnTo>
                  <a:pt x="35" y="1102"/>
                </a:lnTo>
                <a:lnTo>
                  <a:pt x="43" y="1127"/>
                </a:lnTo>
                <a:lnTo>
                  <a:pt x="51" y="1153"/>
                </a:lnTo>
                <a:lnTo>
                  <a:pt x="61" y="1178"/>
                </a:lnTo>
                <a:lnTo>
                  <a:pt x="71" y="1203"/>
                </a:lnTo>
                <a:lnTo>
                  <a:pt x="82" y="1228"/>
                </a:lnTo>
                <a:lnTo>
                  <a:pt x="94" y="1252"/>
                </a:lnTo>
                <a:lnTo>
                  <a:pt x="107" y="1276"/>
                </a:lnTo>
                <a:lnTo>
                  <a:pt x="120" y="1300"/>
                </a:lnTo>
                <a:lnTo>
                  <a:pt x="134" y="1323"/>
                </a:lnTo>
                <a:lnTo>
                  <a:pt x="149" y="1345"/>
                </a:lnTo>
                <a:lnTo>
                  <a:pt x="165" y="1367"/>
                </a:lnTo>
                <a:lnTo>
                  <a:pt x="181" y="1389"/>
                </a:lnTo>
                <a:lnTo>
                  <a:pt x="198" y="1410"/>
                </a:lnTo>
                <a:lnTo>
                  <a:pt x="215" y="1431"/>
                </a:lnTo>
                <a:lnTo>
                  <a:pt x="234" y="1451"/>
                </a:lnTo>
                <a:lnTo>
                  <a:pt x="252" y="1470"/>
                </a:lnTo>
                <a:lnTo>
                  <a:pt x="272" y="1489"/>
                </a:lnTo>
                <a:lnTo>
                  <a:pt x="292" y="1507"/>
                </a:lnTo>
                <a:lnTo>
                  <a:pt x="312" y="1525"/>
                </a:lnTo>
                <a:lnTo>
                  <a:pt x="334" y="1541"/>
                </a:lnTo>
                <a:lnTo>
                  <a:pt x="355" y="1558"/>
                </a:lnTo>
                <a:lnTo>
                  <a:pt x="377" y="1573"/>
                </a:lnTo>
                <a:lnTo>
                  <a:pt x="400" y="1588"/>
                </a:lnTo>
                <a:lnTo>
                  <a:pt x="423" y="1602"/>
                </a:lnTo>
                <a:lnTo>
                  <a:pt x="446" y="1616"/>
                </a:lnTo>
                <a:lnTo>
                  <a:pt x="470" y="1628"/>
                </a:lnTo>
                <a:lnTo>
                  <a:pt x="495" y="1640"/>
                </a:lnTo>
                <a:lnTo>
                  <a:pt x="519" y="1651"/>
                </a:lnTo>
                <a:lnTo>
                  <a:pt x="544" y="1662"/>
                </a:lnTo>
                <a:lnTo>
                  <a:pt x="570" y="1671"/>
                </a:lnTo>
                <a:lnTo>
                  <a:pt x="595" y="1680"/>
                </a:lnTo>
                <a:lnTo>
                  <a:pt x="621" y="1688"/>
                </a:lnTo>
                <a:lnTo>
                  <a:pt x="647" y="1695"/>
                </a:lnTo>
                <a:lnTo>
                  <a:pt x="673" y="1701"/>
                </a:lnTo>
                <a:lnTo>
                  <a:pt x="700" y="1707"/>
                </a:lnTo>
                <a:lnTo>
                  <a:pt x="726" y="1711"/>
                </a:lnTo>
                <a:lnTo>
                  <a:pt x="753" y="1715"/>
                </a:lnTo>
                <a:lnTo>
                  <a:pt x="780" y="1718"/>
                </a:lnTo>
                <a:lnTo>
                  <a:pt x="807" y="1720"/>
                </a:lnTo>
                <a:lnTo>
                  <a:pt x="834" y="1722"/>
                </a:lnTo>
                <a:lnTo>
                  <a:pt x="861" y="1722"/>
                </a:lnTo>
                <a:lnTo>
                  <a:pt x="888" y="1722"/>
                </a:lnTo>
                <a:lnTo>
                  <a:pt x="915" y="1720"/>
                </a:lnTo>
                <a:lnTo>
                  <a:pt x="942" y="1718"/>
                </a:lnTo>
                <a:lnTo>
                  <a:pt x="969" y="1715"/>
                </a:lnTo>
                <a:lnTo>
                  <a:pt x="996" y="1711"/>
                </a:lnTo>
                <a:lnTo>
                  <a:pt x="1022" y="1707"/>
                </a:lnTo>
                <a:lnTo>
                  <a:pt x="1049" y="1701"/>
                </a:lnTo>
                <a:lnTo>
                  <a:pt x="1075" y="1695"/>
                </a:lnTo>
                <a:lnTo>
                  <a:pt x="1101" y="1688"/>
                </a:lnTo>
                <a:lnTo>
                  <a:pt x="1127" y="1680"/>
                </a:lnTo>
                <a:lnTo>
                  <a:pt x="1153" y="1671"/>
                </a:lnTo>
                <a:lnTo>
                  <a:pt x="1178" y="1662"/>
                </a:lnTo>
                <a:lnTo>
                  <a:pt x="1203" y="1651"/>
                </a:lnTo>
                <a:lnTo>
                  <a:pt x="1227" y="1640"/>
                </a:lnTo>
                <a:lnTo>
                  <a:pt x="1252" y="1628"/>
                </a:lnTo>
                <a:lnTo>
                  <a:pt x="1276" y="1616"/>
                </a:lnTo>
                <a:lnTo>
                  <a:pt x="1300" y="1602"/>
                </a:lnTo>
                <a:lnTo>
                  <a:pt x="1323" y="1588"/>
                </a:lnTo>
                <a:lnTo>
                  <a:pt x="1346" y="1573"/>
                </a:lnTo>
                <a:lnTo>
                  <a:pt x="1368" y="1558"/>
                </a:lnTo>
                <a:lnTo>
                  <a:pt x="1390" y="1541"/>
                </a:lnTo>
                <a:lnTo>
                  <a:pt x="1411" y="1525"/>
                </a:lnTo>
                <a:lnTo>
                  <a:pt x="1431" y="1507"/>
                </a:lnTo>
                <a:lnTo>
                  <a:pt x="1451" y="1489"/>
                </a:lnTo>
                <a:lnTo>
                  <a:pt x="1471" y="1470"/>
                </a:lnTo>
                <a:lnTo>
                  <a:pt x="1489" y="1451"/>
                </a:lnTo>
                <a:lnTo>
                  <a:pt x="1508" y="1431"/>
                </a:lnTo>
                <a:lnTo>
                  <a:pt x="1525" y="1410"/>
                </a:lnTo>
                <a:lnTo>
                  <a:pt x="1542" y="1389"/>
                </a:lnTo>
                <a:lnTo>
                  <a:pt x="1558" y="1367"/>
                </a:lnTo>
                <a:lnTo>
                  <a:pt x="1574" y="1345"/>
                </a:lnTo>
                <a:lnTo>
                  <a:pt x="1589" y="1323"/>
                </a:lnTo>
                <a:lnTo>
                  <a:pt x="1603" y="1300"/>
                </a:lnTo>
                <a:lnTo>
                  <a:pt x="1616" y="1276"/>
                </a:lnTo>
                <a:lnTo>
                  <a:pt x="1629" y="1252"/>
                </a:lnTo>
                <a:lnTo>
                  <a:pt x="1641" y="1228"/>
                </a:lnTo>
                <a:lnTo>
                  <a:pt x="1652" y="1203"/>
                </a:lnTo>
                <a:lnTo>
                  <a:pt x="1662" y="1178"/>
                </a:lnTo>
                <a:lnTo>
                  <a:pt x="1672" y="1153"/>
                </a:lnTo>
                <a:lnTo>
                  <a:pt x="1681" y="1127"/>
                </a:lnTo>
                <a:lnTo>
                  <a:pt x="1688" y="1102"/>
                </a:lnTo>
                <a:lnTo>
                  <a:pt x="1696" y="1074"/>
                </a:lnTo>
                <a:lnTo>
                  <a:pt x="1702" y="1048"/>
                </a:lnTo>
                <a:lnTo>
                  <a:pt x="1707" y="1022"/>
                </a:lnTo>
                <a:lnTo>
                  <a:pt x="1712" y="995"/>
                </a:lnTo>
                <a:lnTo>
                  <a:pt x="1716" y="968"/>
                </a:lnTo>
                <a:lnTo>
                  <a:pt x="1719" y="941"/>
                </a:lnTo>
                <a:lnTo>
                  <a:pt x="1721" y="914"/>
                </a:lnTo>
                <a:lnTo>
                  <a:pt x="1722" y="887"/>
                </a:lnTo>
                <a:lnTo>
                  <a:pt x="1723" y="860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3876480" y="332388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3566520" y="3014280"/>
            <a:ext cx="620280" cy="619920"/>
          </a:xfrm>
          <a:custGeom>
            <a:avLst/>
            <a:gdLst/>
            <a:ahLst/>
            <a:rect l="0" t="0" r="r" b="b"/>
            <a:pathLst>
              <a:path w="1723" h="1722">
                <a:moveTo>
                  <a:pt x="252" y="252"/>
                </a:moveTo>
                <a:lnTo>
                  <a:pt x="252" y="1470"/>
                </a:lnTo>
                <a:lnTo>
                  <a:pt x="1471" y="1470"/>
                </a:lnTo>
                <a:lnTo>
                  <a:pt x="1471" y="252"/>
                </a:lnTo>
                <a:lnTo>
                  <a:pt x="252" y="252"/>
                </a:lnTo>
                <a:moveTo>
                  <a:pt x="1723" y="860"/>
                </a:moveTo>
                <a:lnTo>
                  <a:pt x="1722" y="887"/>
                </a:lnTo>
                <a:lnTo>
                  <a:pt x="1721" y="914"/>
                </a:lnTo>
                <a:lnTo>
                  <a:pt x="1719" y="941"/>
                </a:lnTo>
                <a:lnTo>
                  <a:pt x="1716" y="968"/>
                </a:lnTo>
                <a:lnTo>
                  <a:pt x="1712" y="995"/>
                </a:lnTo>
                <a:lnTo>
                  <a:pt x="1707" y="1022"/>
                </a:lnTo>
                <a:lnTo>
                  <a:pt x="1702" y="1048"/>
                </a:lnTo>
                <a:lnTo>
                  <a:pt x="1696" y="1074"/>
                </a:lnTo>
                <a:lnTo>
                  <a:pt x="1688" y="1102"/>
                </a:lnTo>
                <a:lnTo>
                  <a:pt x="1681" y="1127"/>
                </a:lnTo>
                <a:lnTo>
                  <a:pt x="1672" y="1153"/>
                </a:lnTo>
                <a:lnTo>
                  <a:pt x="1662" y="1178"/>
                </a:lnTo>
                <a:lnTo>
                  <a:pt x="1652" y="1203"/>
                </a:lnTo>
                <a:lnTo>
                  <a:pt x="1641" y="1228"/>
                </a:lnTo>
                <a:lnTo>
                  <a:pt x="1629" y="1252"/>
                </a:lnTo>
                <a:lnTo>
                  <a:pt x="1616" y="1276"/>
                </a:lnTo>
                <a:lnTo>
                  <a:pt x="1603" y="1300"/>
                </a:lnTo>
                <a:lnTo>
                  <a:pt x="1589" y="1323"/>
                </a:lnTo>
                <a:lnTo>
                  <a:pt x="1574" y="1345"/>
                </a:lnTo>
                <a:lnTo>
                  <a:pt x="1558" y="1367"/>
                </a:lnTo>
                <a:lnTo>
                  <a:pt x="1542" y="1389"/>
                </a:lnTo>
                <a:lnTo>
                  <a:pt x="1525" y="1410"/>
                </a:lnTo>
                <a:lnTo>
                  <a:pt x="1508" y="1431"/>
                </a:lnTo>
                <a:lnTo>
                  <a:pt x="1489" y="1451"/>
                </a:lnTo>
                <a:lnTo>
                  <a:pt x="1471" y="1470"/>
                </a:lnTo>
                <a:lnTo>
                  <a:pt x="1451" y="1489"/>
                </a:lnTo>
                <a:lnTo>
                  <a:pt x="1431" y="1507"/>
                </a:lnTo>
                <a:lnTo>
                  <a:pt x="1411" y="1525"/>
                </a:lnTo>
                <a:lnTo>
                  <a:pt x="1390" y="1541"/>
                </a:lnTo>
                <a:lnTo>
                  <a:pt x="1368" y="1558"/>
                </a:lnTo>
                <a:lnTo>
                  <a:pt x="1346" y="1573"/>
                </a:lnTo>
                <a:lnTo>
                  <a:pt x="1323" y="1588"/>
                </a:lnTo>
                <a:lnTo>
                  <a:pt x="1300" y="1602"/>
                </a:lnTo>
                <a:lnTo>
                  <a:pt x="1276" y="1616"/>
                </a:lnTo>
                <a:lnTo>
                  <a:pt x="1252" y="1628"/>
                </a:lnTo>
                <a:lnTo>
                  <a:pt x="1227" y="1640"/>
                </a:lnTo>
                <a:lnTo>
                  <a:pt x="1203" y="1651"/>
                </a:lnTo>
                <a:lnTo>
                  <a:pt x="1178" y="1662"/>
                </a:lnTo>
                <a:lnTo>
                  <a:pt x="1153" y="1671"/>
                </a:lnTo>
                <a:lnTo>
                  <a:pt x="1127" y="1680"/>
                </a:lnTo>
                <a:lnTo>
                  <a:pt x="1101" y="1688"/>
                </a:lnTo>
                <a:lnTo>
                  <a:pt x="1075" y="1695"/>
                </a:lnTo>
                <a:lnTo>
                  <a:pt x="1049" y="1701"/>
                </a:lnTo>
                <a:lnTo>
                  <a:pt x="1022" y="1707"/>
                </a:lnTo>
                <a:lnTo>
                  <a:pt x="996" y="1711"/>
                </a:lnTo>
                <a:lnTo>
                  <a:pt x="969" y="1715"/>
                </a:lnTo>
                <a:lnTo>
                  <a:pt x="942" y="1718"/>
                </a:lnTo>
                <a:lnTo>
                  <a:pt x="915" y="1720"/>
                </a:lnTo>
                <a:lnTo>
                  <a:pt x="888" y="1722"/>
                </a:lnTo>
                <a:lnTo>
                  <a:pt x="861" y="1722"/>
                </a:lnTo>
                <a:lnTo>
                  <a:pt x="834" y="1722"/>
                </a:lnTo>
                <a:lnTo>
                  <a:pt x="807" y="1720"/>
                </a:lnTo>
                <a:lnTo>
                  <a:pt x="780" y="1718"/>
                </a:lnTo>
                <a:lnTo>
                  <a:pt x="753" y="1715"/>
                </a:lnTo>
                <a:lnTo>
                  <a:pt x="726" y="1711"/>
                </a:lnTo>
                <a:lnTo>
                  <a:pt x="700" y="1707"/>
                </a:lnTo>
                <a:lnTo>
                  <a:pt x="673" y="1701"/>
                </a:lnTo>
                <a:lnTo>
                  <a:pt x="647" y="1695"/>
                </a:lnTo>
                <a:lnTo>
                  <a:pt x="621" y="1688"/>
                </a:lnTo>
                <a:lnTo>
                  <a:pt x="595" y="1680"/>
                </a:lnTo>
                <a:lnTo>
                  <a:pt x="570" y="1671"/>
                </a:lnTo>
                <a:lnTo>
                  <a:pt x="544" y="1662"/>
                </a:lnTo>
                <a:lnTo>
                  <a:pt x="519" y="1651"/>
                </a:lnTo>
                <a:lnTo>
                  <a:pt x="495" y="1640"/>
                </a:lnTo>
                <a:lnTo>
                  <a:pt x="470" y="1628"/>
                </a:lnTo>
                <a:lnTo>
                  <a:pt x="446" y="1616"/>
                </a:lnTo>
                <a:lnTo>
                  <a:pt x="423" y="1602"/>
                </a:lnTo>
                <a:lnTo>
                  <a:pt x="400" y="1588"/>
                </a:lnTo>
                <a:lnTo>
                  <a:pt x="377" y="1573"/>
                </a:lnTo>
                <a:lnTo>
                  <a:pt x="355" y="1558"/>
                </a:lnTo>
                <a:lnTo>
                  <a:pt x="334" y="1541"/>
                </a:lnTo>
                <a:lnTo>
                  <a:pt x="312" y="1525"/>
                </a:lnTo>
                <a:lnTo>
                  <a:pt x="292" y="1507"/>
                </a:lnTo>
                <a:lnTo>
                  <a:pt x="272" y="1489"/>
                </a:lnTo>
                <a:lnTo>
                  <a:pt x="252" y="1470"/>
                </a:lnTo>
                <a:lnTo>
                  <a:pt x="234" y="1451"/>
                </a:lnTo>
                <a:lnTo>
                  <a:pt x="215" y="1431"/>
                </a:lnTo>
                <a:lnTo>
                  <a:pt x="198" y="1410"/>
                </a:lnTo>
                <a:lnTo>
                  <a:pt x="181" y="1389"/>
                </a:lnTo>
                <a:lnTo>
                  <a:pt x="165" y="1367"/>
                </a:lnTo>
                <a:lnTo>
                  <a:pt x="149" y="1345"/>
                </a:lnTo>
                <a:lnTo>
                  <a:pt x="134" y="1323"/>
                </a:lnTo>
                <a:lnTo>
                  <a:pt x="120" y="1300"/>
                </a:lnTo>
                <a:lnTo>
                  <a:pt x="107" y="1276"/>
                </a:lnTo>
                <a:lnTo>
                  <a:pt x="94" y="1252"/>
                </a:lnTo>
                <a:lnTo>
                  <a:pt x="82" y="1228"/>
                </a:lnTo>
                <a:lnTo>
                  <a:pt x="71" y="1203"/>
                </a:lnTo>
                <a:lnTo>
                  <a:pt x="61" y="1178"/>
                </a:lnTo>
                <a:lnTo>
                  <a:pt x="51" y="1153"/>
                </a:lnTo>
                <a:lnTo>
                  <a:pt x="43" y="1127"/>
                </a:lnTo>
                <a:lnTo>
                  <a:pt x="35" y="1102"/>
                </a:lnTo>
                <a:lnTo>
                  <a:pt x="27" y="1074"/>
                </a:lnTo>
                <a:lnTo>
                  <a:pt x="21" y="1048"/>
                </a:lnTo>
                <a:lnTo>
                  <a:pt x="16" y="1022"/>
                </a:lnTo>
                <a:lnTo>
                  <a:pt x="11" y="995"/>
                </a:lnTo>
                <a:lnTo>
                  <a:pt x="7" y="968"/>
                </a:lnTo>
                <a:lnTo>
                  <a:pt x="4" y="941"/>
                </a:lnTo>
                <a:lnTo>
                  <a:pt x="2" y="914"/>
                </a:lnTo>
                <a:lnTo>
                  <a:pt x="1" y="887"/>
                </a:lnTo>
                <a:lnTo>
                  <a:pt x="0" y="860"/>
                </a:lnTo>
                <a:lnTo>
                  <a:pt x="1" y="833"/>
                </a:lnTo>
                <a:lnTo>
                  <a:pt x="2" y="806"/>
                </a:lnTo>
                <a:lnTo>
                  <a:pt x="4" y="779"/>
                </a:lnTo>
                <a:lnTo>
                  <a:pt x="7" y="753"/>
                </a:lnTo>
                <a:lnTo>
                  <a:pt x="11" y="726"/>
                </a:lnTo>
                <a:lnTo>
                  <a:pt x="16" y="699"/>
                </a:lnTo>
                <a:lnTo>
                  <a:pt x="21" y="673"/>
                </a:lnTo>
                <a:lnTo>
                  <a:pt x="27" y="646"/>
                </a:lnTo>
                <a:lnTo>
                  <a:pt x="35" y="620"/>
                </a:lnTo>
                <a:lnTo>
                  <a:pt x="43" y="595"/>
                </a:lnTo>
                <a:lnTo>
                  <a:pt x="51" y="569"/>
                </a:lnTo>
                <a:lnTo>
                  <a:pt x="61" y="544"/>
                </a:lnTo>
                <a:lnTo>
                  <a:pt x="71" y="519"/>
                </a:lnTo>
                <a:lnTo>
                  <a:pt x="82" y="494"/>
                </a:lnTo>
                <a:lnTo>
                  <a:pt x="94" y="470"/>
                </a:lnTo>
                <a:lnTo>
                  <a:pt x="107" y="446"/>
                </a:lnTo>
                <a:lnTo>
                  <a:pt x="120" y="422"/>
                </a:lnTo>
                <a:lnTo>
                  <a:pt x="134" y="399"/>
                </a:lnTo>
                <a:lnTo>
                  <a:pt x="149" y="377"/>
                </a:lnTo>
                <a:lnTo>
                  <a:pt x="165" y="355"/>
                </a:lnTo>
                <a:lnTo>
                  <a:pt x="181" y="333"/>
                </a:lnTo>
                <a:lnTo>
                  <a:pt x="198" y="312"/>
                </a:lnTo>
                <a:lnTo>
                  <a:pt x="215" y="291"/>
                </a:lnTo>
                <a:lnTo>
                  <a:pt x="234" y="271"/>
                </a:lnTo>
                <a:lnTo>
                  <a:pt x="252" y="252"/>
                </a:lnTo>
                <a:lnTo>
                  <a:pt x="272" y="233"/>
                </a:lnTo>
                <a:lnTo>
                  <a:pt x="292" y="215"/>
                </a:lnTo>
                <a:lnTo>
                  <a:pt x="312" y="197"/>
                </a:lnTo>
                <a:lnTo>
                  <a:pt x="334" y="180"/>
                </a:lnTo>
                <a:lnTo>
                  <a:pt x="355" y="164"/>
                </a:lnTo>
                <a:lnTo>
                  <a:pt x="377" y="149"/>
                </a:lnTo>
                <a:lnTo>
                  <a:pt x="400" y="134"/>
                </a:lnTo>
                <a:lnTo>
                  <a:pt x="423" y="120"/>
                </a:lnTo>
                <a:lnTo>
                  <a:pt x="446" y="106"/>
                </a:lnTo>
                <a:lnTo>
                  <a:pt x="470" y="94"/>
                </a:lnTo>
                <a:lnTo>
                  <a:pt x="495" y="82"/>
                </a:lnTo>
                <a:lnTo>
                  <a:pt x="519" y="71"/>
                </a:lnTo>
                <a:lnTo>
                  <a:pt x="544" y="60"/>
                </a:lnTo>
                <a:lnTo>
                  <a:pt x="570" y="51"/>
                </a:lnTo>
                <a:lnTo>
                  <a:pt x="595" y="42"/>
                </a:lnTo>
                <a:lnTo>
                  <a:pt x="621" y="34"/>
                </a:lnTo>
                <a:lnTo>
                  <a:pt x="647" y="27"/>
                </a:lnTo>
                <a:lnTo>
                  <a:pt x="673" y="21"/>
                </a:lnTo>
                <a:lnTo>
                  <a:pt x="700" y="15"/>
                </a:lnTo>
                <a:lnTo>
                  <a:pt x="726" y="10"/>
                </a:lnTo>
                <a:lnTo>
                  <a:pt x="753" y="7"/>
                </a:lnTo>
                <a:lnTo>
                  <a:pt x="780" y="4"/>
                </a:lnTo>
                <a:lnTo>
                  <a:pt x="807" y="2"/>
                </a:lnTo>
                <a:lnTo>
                  <a:pt x="834" y="0"/>
                </a:lnTo>
                <a:lnTo>
                  <a:pt x="861" y="0"/>
                </a:lnTo>
                <a:lnTo>
                  <a:pt x="888" y="0"/>
                </a:lnTo>
                <a:lnTo>
                  <a:pt x="915" y="2"/>
                </a:lnTo>
                <a:lnTo>
                  <a:pt x="942" y="4"/>
                </a:lnTo>
                <a:lnTo>
                  <a:pt x="969" y="7"/>
                </a:lnTo>
                <a:lnTo>
                  <a:pt x="996" y="10"/>
                </a:lnTo>
                <a:lnTo>
                  <a:pt x="1022" y="15"/>
                </a:lnTo>
                <a:lnTo>
                  <a:pt x="1049" y="21"/>
                </a:lnTo>
                <a:lnTo>
                  <a:pt x="1075" y="27"/>
                </a:lnTo>
                <a:lnTo>
                  <a:pt x="1101" y="34"/>
                </a:lnTo>
                <a:lnTo>
                  <a:pt x="1127" y="42"/>
                </a:lnTo>
                <a:lnTo>
                  <a:pt x="1153" y="51"/>
                </a:lnTo>
                <a:lnTo>
                  <a:pt x="1178" y="60"/>
                </a:lnTo>
                <a:lnTo>
                  <a:pt x="1203" y="71"/>
                </a:lnTo>
                <a:lnTo>
                  <a:pt x="1227" y="82"/>
                </a:lnTo>
                <a:lnTo>
                  <a:pt x="1252" y="94"/>
                </a:lnTo>
                <a:lnTo>
                  <a:pt x="1276" y="106"/>
                </a:lnTo>
                <a:lnTo>
                  <a:pt x="1300" y="120"/>
                </a:lnTo>
                <a:lnTo>
                  <a:pt x="1323" y="134"/>
                </a:lnTo>
                <a:lnTo>
                  <a:pt x="1346" y="149"/>
                </a:lnTo>
                <a:lnTo>
                  <a:pt x="1368" y="164"/>
                </a:lnTo>
                <a:lnTo>
                  <a:pt x="1390" y="180"/>
                </a:lnTo>
                <a:lnTo>
                  <a:pt x="1411" y="197"/>
                </a:lnTo>
                <a:lnTo>
                  <a:pt x="1431" y="215"/>
                </a:lnTo>
                <a:lnTo>
                  <a:pt x="1451" y="233"/>
                </a:lnTo>
                <a:lnTo>
                  <a:pt x="1471" y="252"/>
                </a:lnTo>
                <a:lnTo>
                  <a:pt x="1489" y="271"/>
                </a:lnTo>
                <a:lnTo>
                  <a:pt x="1508" y="291"/>
                </a:lnTo>
                <a:lnTo>
                  <a:pt x="1525" y="312"/>
                </a:lnTo>
                <a:lnTo>
                  <a:pt x="1542" y="333"/>
                </a:lnTo>
                <a:lnTo>
                  <a:pt x="1558" y="355"/>
                </a:lnTo>
                <a:lnTo>
                  <a:pt x="1574" y="377"/>
                </a:lnTo>
                <a:lnTo>
                  <a:pt x="1589" y="399"/>
                </a:lnTo>
                <a:lnTo>
                  <a:pt x="1603" y="422"/>
                </a:lnTo>
                <a:lnTo>
                  <a:pt x="1616" y="446"/>
                </a:lnTo>
                <a:lnTo>
                  <a:pt x="1629" y="470"/>
                </a:lnTo>
                <a:lnTo>
                  <a:pt x="1641" y="494"/>
                </a:lnTo>
                <a:lnTo>
                  <a:pt x="1652" y="519"/>
                </a:lnTo>
                <a:lnTo>
                  <a:pt x="1662" y="544"/>
                </a:lnTo>
                <a:lnTo>
                  <a:pt x="1672" y="569"/>
                </a:lnTo>
                <a:lnTo>
                  <a:pt x="1681" y="595"/>
                </a:lnTo>
                <a:lnTo>
                  <a:pt x="1688" y="620"/>
                </a:lnTo>
                <a:lnTo>
                  <a:pt x="1696" y="646"/>
                </a:lnTo>
                <a:lnTo>
                  <a:pt x="1702" y="673"/>
                </a:lnTo>
                <a:lnTo>
                  <a:pt x="1707" y="699"/>
                </a:lnTo>
                <a:lnTo>
                  <a:pt x="1712" y="726"/>
                </a:lnTo>
                <a:lnTo>
                  <a:pt x="1716" y="753"/>
                </a:lnTo>
                <a:lnTo>
                  <a:pt x="1719" y="779"/>
                </a:lnTo>
                <a:lnTo>
                  <a:pt x="1721" y="806"/>
                </a:lnTo>
                <a:lnTo>
                  <a:pt x="1722" y="833"/>
                </a:lnTo>
                <a:lnTo>
                  <a:pt x="1723" y="860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4457520" y="3124800"/>
            <a:ext cx="54338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fffeff"/>
                </a:solidFill>
                <a:latin typeface="SourceSans3"/>
                <a:ea typeface="SourceSans3"/>
              </a:rPr>
              <a:t>Great for ordered processes on a dark deck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609480" y="228240"/>
            <a:ext cx="29023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30" spc="-1" strike="noStrike">
                <a:solidFill>
                  <a:srgbClr val="e7f3e8"/>
                </a:solidFill>
                <a:latin typeface="SourceSans3"/>
                <a:ea typeface="SourceSans3"/>
              </a:rPr>
              <a:t>W O O D M A R K   M A R P   T E M P L A T E</a:t>
            </a:r>
            <a:endParaRPr b="0" lang="en-US" sz="1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0" y="6438600"/>
            <a:ext cx="12192120" cy="419400"/>
          </a:xfrm>
          <a:custGeom>
            <a:avLst/>
            <a:gdLst/>
            <a:ahLst/>
            <a:rect l="0" t="0" r="r" b="b"/>
            <a:pathLst>
              <a:path w="33867" h="1165">
                <a:moveTo>
                  <a:pt x="0" y="0"/>
                </a:moveTo>
                <a:lnTo>
                  <a:pt x="33867" y="0"/>
                </a:lnTo>
                <a:lnTo>
                  <a:pt x="3386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204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609480" y="447480"/>
            <a:ext cx="7610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30" spc="-1" strike="noStrike">
                <a:solidFill>
                  <a:srgbClr val="e7f3e8"/>
                </a:solidFill>
                <a:latin typeface="SourceSans3"/>
                <a:ea typeface="SourceSans3"/>
              </a:rPr>
              <a:t>—   </a:t>
            </a:r>
            <a:r>
              <a:rPr b="1" lang="en-US" sz="1130" spc="-1" strike="noStrike">
                <a:solidFill>
                  <a:srgbClr val="e7f3e8"/>
                </a:solidFill>
                <a:latin typeface="SourceSans3"/>
                <a:ea typeface="SourceSans3"/>
              </a:rPr>
              <a:t>D A R K</a:t>
            </a:r>
            <a:endParaRPr b="0" lang="en-US" sz="1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609480" y="6544080"/>
            <a:ext cx="677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eff"/>
                </a:solidFill>
                <a:latin typeface="SourceSans3"/>
                <a:ea typeface="SourceSans3"/>
              </a:rPr>
              <a:t>17.06.2026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1600560" y="6544080"/>
            <a:ext cx="4100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eff"/>
                </a:solidFill>
                <a:latin typeface="SourceSans3"/>
                <a:ea typeface="SourceSans3"/>
              </a:rPr>
              <a:t>Dark Theme Reference · Internal · © Woodmark Consulting GmbH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11255400" y="0"/>
            <a:ext cx="955440" cy="1028880"/>
          </a:xfrm>
          <a:custGeom>
            <a:avLst/>
            <a:gdLst/>
            <a:ahLst/>
            <a:rect l="0" t="0" r="r" b="b"/>
            <a:pathLst>
              <a:path w="2654" h="2858">
                <a:moveTo>
                  <a:pt x="0" y="0"/>
                </a:moveTo>
                <a:lnTo>
                  <a:pt x="2654" y="0"/>
                </a:lnTo>
                <a:lnTo>
                  <a:pt x="2654" y="2858"/>
                </a:lnTo>
                <a:lnTo>
                  <a:pt x="459" y="2858"/>
                </a:lnTo>
                <a:lnTo>
                  <a:pt x="0" y="0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11584080" y="151920"/>
            <a:ext cx="210240" cy="191880"/>
          </a:xfrm>
          <a:custGeom>
            <a:avLst/>
            <a:gdLst/>
            <a:ahLst/>
            <a:rect l="0" t="0" r="r" b="b"/>
            <a:pathLst>
              <a:path w="584" h="533">
                <a:moveTo>
                  <a:pt x="525" y="0"/>
                </a:moveTo>
                <a:cubicBezTo>
                  <a:pt x="406" y="39"/>
                  <a:pt x="295" y="96"/>
                  <a:pt x="206" y="165"/>
                </a:cubicBezTo>
                <a:cubicBezTo>
                  <a:pt x="107" y="240"/>
                  <a:pt x="40" y="327"/>
                  <a:pt x="9" y="417"/>
                </a:cubicBezTo>
                <a:cubicBezTo>
                  <a:pt x="7" y="423"/>
                  <a:pt x="1" y="452"/>
                  <a:pt x="0" y="461"/>
                </a:cubicBezTo>
                <a:cubicBezTo>
                  <a:pt x="17" y="471"/>
                  <a:pt x="89" y="495"/>
                  <a:pt x="144" y="512"/>
                </a:cubicBezTo>
                <a:cubicBezTo>
                  <a:pt x="174" y="522"/>
                  <a:pt x="195" y="529"/>
                  <a:pt x="208" y="533"/>
                </a:cubicBezTo>
                <a:cubicBezTo>
                  <a:pt x="201" y="432"/>
                  <a:pt x="234" y="331"/>
                  <a:pt x="304" y="242"/>
                </a:cubicBezTo>
                <a:cubicBezTo>
                  <a:pt x="369" y="158"/>
                  <a:pt x="466" y="85"/>
                  <a:pt x="584" y="32"/>
                </a:cubicBezTo>
                <a:cubicBezTo>
                  <a:pt x="566" y="22"/>
                  <a:pt x="538" y="8"/>
                  <a:pt x="5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11691720" y="164880"/>
            <a:ext cx="170280" cy="253800"/>
          </a:xfrm>
          <a:custGeom>
            <a:avLst/>
            <a:gdLst/>
            <a:ahLst/>
            <a:rect l="0" t="0" r="r" b="b"/>
            <a:pathLst>
              <a:path w="473" h="705">
                <a:moveTo>
                  <a:pt x="415" y="0"/>
                </a:moveTo>
                <a:cubicBezTo>
                  <a:pt x="324" y="32"/>
                  <a:pt x="251" y="83"/>
                  <a:pt x="188" y="130"/>
                </a:cubicBezTo>
                <a:cubicBezTo>
                  <a:pt x="114" y="185"/>
                  <a:pt x="61" y="248"/>
                  <a:pt x="30" y="318"/>
                </a:cubicBezTo>
                <a:cubicBezTo>
                  <a:pt x="9" y="365"/>
                  <a:pt x="-1" y="415"/>
                  <a:pt x="0" y="466"/>
                </a:cubicBezTo>
                <a:cubicBezTo>
                  <a:pt x="0" y="515"/>
                  <a:pt x="11" y="562"/>
                  <a:pt x="32" y="609"/>
                </a:cubicBezTo>
                <a:cubicBezTo>
                  <a:pt x="49" y="621"/>
                  <a:pt x="226" y="691"/>
                  <a:pt x="285" y="705"/>
                </a:cubicBezTo>
                <a:cubicBezTo>
                  <a:pt x="234" y="638"/>
                  <a:pt x="201" y="569"/>
                  <a:pt x="186" y="504"/>
                </a:cubicBezTo>
                <a:cubicBezTo>
                  <a:pt x="171" y="441"/>
                  <a:pt x="172" y="379"/>
                  <a:pt x="190" y="320"/>
                </a:cubicBezTo>
                <a:cubicBezTo>
                  <a:pt x="213" y="245"/>
                  <a:pt x="263" y="175"/>
                  <a:pt x="335" y="116"/>
                </a:cubicBezTo>
                <a:cubicBezTo>
                  <a:pt x="374" y="84"/>
                  <a:pt x="419" y="58"/>
                  <a:pt x="473" y="42"/>
                </a:cubicBezTo>
                <a:cubicBezTo>
                  <a:pt x="457" y="35"/>
                  <a:pt x="430" y="8"/>
                  <a:pt x="41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11788560" y="216360"/>
            <a:ext cx="154080" cy="243000"/>
          </a:xfrm>
          <a:custGeom>
            <a:avLst/>
            <a:gdLst/>
            <a:ahLst/>
            <a:rect l="0" t="0" r="r" b="b"/>
            <a:pathLst>
              <a:path w="428" h="675">
                <a:moveTo>
                  <a:pt x="186" y="0"/>
                </a:moveTo>
                <a:cubicBezTo>
                  <a:pt x="184" y="0"/>
                  <a:pt x="177" y="3"/>
                  <a:pt x="163" y="13"/>
                </a:cubicBezTo>
                <a:cubicBezTo>
                  <a:pt x="136" y="31"/>
                  <a:pt x="98" y="62"/>
                  <a:pt x="78" y="85"/>
                </a:cubicBezTo>
                <a:cubicBezTo>
                  <a:pt x="43" y="125"/>
                  <a:pt x="19" y="170"/>
                  <a:pt x="8" y="218"/>
                </a:cubicBezTo>
                <a:cubicBezTo>
                  <a:pt x="-16" y="321"/>
                  <a:pt x="14" y="434"/>
                  <a:pt x="93" y="535"/>
                </a:cubicBezTo>
                <a:cubicBezTo>
                  <a:pt x="135" y="588"/>
                  <a:pt x="170" y="625"/>
                  <a:pt x="215" y="663"/>
                </a:cubicBezTo>
                <a:cubicBezTo>
                  <a:pt x="229" y="666"/>
                  <a:pt x="314" y="670"/>
                  <a:pt x="377" y="673"/>
                </a:cubicBezTo>
                <a:cubicBezTo>
                  <a:pt x="399" y="674"/>
                  <a:pt x="416" y="675"/>
                  <a:pt x="428" y="675"/>
                </a:cubicBezTo>
                <a:cubicBezTo>
                  <a:pt x="360" y="628"/>
                  <a:pt x="302" y="580"/>
                  <a:pt x="267" y="540"/>
                </a:cubicBezTo>
                <a:cubicBezTo>
                  <a:pt x="221" y="489"/>
                  <a:pt x="187" y="434"/>
                  <a:pt x="165" y="377"/>
                </a:cubicBezTo>
                <a:cubicBezTo>
                  <a:pt x="143" y="319"/>
                  <a:pt x="136" y="263"/>
                  <a:pt x="143" y="210"/>
                </a:cubicBezTo>
                <a:cubicBezTo>
                  <a:pt x="152" y="147"/>
                  <a:pt x="182" y="86"/>
                  <a:pt x="231" y="39"/>
                </a:cubicBezTo>
                <a:cubicBezTo>
                  <a:pt x="230" y="39"/>
                  <a:pt x="197" y="3"/>
                  <a:pt x="18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11782800" y="6544080"/>
            <a:ext cx="132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eff"/>
                </a:solidFill>
                <a:latin typeface="SourceSans3"/>
                <a:ea typeface="SourceSans3"/>
              </a:rPr>
              <a:t>6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11551320" y="595080"/>
            <a:ext cx="4914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fff"/>
                </a:solidFill>
                <a:latin typeface="RobotoSlab"/>
                <a:ea typeface="RobotoSlab"/>
              </a:rPr>
              <a:t>Passion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11557080" y="760320"/>
            <a:ext cx="4791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fff"/>
                </a:solidFill>
                <a:latin typeface="RobotoSlab"/>
                <a:ea typeface="RobotoSlab"/>
              </a:rPr>
              <a:t>for data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2d5c4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3365280" y="2131560"/>
            <a:ext cx="388440" cy="0"/>
          </a:xfrm>
          <a:custGeom>
            <a:avLst/>
            <a:gdLst/>
            <a:ahLst/>
            <a:rect l="0" t="0" r="r" b="b"/>
            <a:pathLst>
              <a:path fill="none" w="1079" h="0">
                <a:moveTo>
                  <a:pt x="0" y="0"/>
                </a:moveTo>
                <a:lnTo>
                  <a:pt x="98" y="0"/>
                </a:lnTo>
                <a:cubicBezTo>
                  <a:pt x="196" y="0"/>
                  <a:pt x="391" y="0"/>
                  <a:pt x="571" y="0"/>
                </a:cubicBezTo>
                <a:cubicBezTo>
                  <a:pt x="751" y="0"/>
                  <a:pt x="915" y="0"/>
                  <a:pt x="997" y="0"/>
                </a:cubicBezTo>
                <a:lnTo>
                  <a:pt x="1079" y="0"/>
                </a:lnTo>
              </a:path>
            </a:pathLst>
          </a:custGeom>
          <a:ln w="8280">
            <a:solidFill>
              <a:srgbClr val="7fbf9a"/>
            </a:solidFill>
            <a:miter/>
          </a:ln>
        </p:spPr>
        <p:txBody>
          <a:bodyPr lIns="3960" rIns="3960" tIns="-3960" bIns="-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3720240" y="2097720"/>
            <a:ext cx="67680" cy="68040"/>
          </a:xfrm>
          <a:custGeom>
            <a:avLst/>
            <a:gdLst/>
            <a:ahLst/>
            <a:rect l="0" t="0" r="r" b="b"/>
            <a:pathLst>
              <a:path w="188" h="189">
                <a:moveTo>
                  <a:pt x="0" y="0"/>
                </a:moveTo>
                <a:lnTo>
                  <a:pt x="188" y="95"/>
                </a:lnTo>
                <a:lnTo>
                  <a:pt x="0" y="189"/>
                </a:lnTo>
                <a:lnTo>
                  <a:pt x="0" y="0"/>
                </a:lnTo>
                <a:close/>
              </a:path>
            </a:pathLst>
          </a:custGeom>
          <a:solidFill>
            <a:srgbClr val="7fbf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3716640" y="2092320"/>
            <a:ext cx="78840" cy="78840"/>
          </a:xfrm>
          <a:custGeom>
            <a:avLst/>
            <a:gdLst/>
            <a:ahLst/>
            <a:rect l="0" t="0" r="r" b="b"/>
            <a:pathLst>
              <a:path w="219" h="219">
                <a:moveTo>
                  <a:pt x="32" y="15"/>
                </a:moveTo>
                <a:lnTo>
                  <a:pt x="48" y="24"/>
                </a:lnTo>
                <a:lnTo>
                  <a:pt x="40" y="40"/>
                </a:lnTo>
                <a:lnTo>
                  <a:pt x="22" y="32"/>
                </a:lnTo>
                <a:lnTo>
                  <a:pt x="32" y="15"/>
                </a:lnTo>
                <a:moveTo>
                  <a:pt x="48" y="24"/>
                </a:moveTo>
                <a:lnTo>
                  <a:pt x="65" y="32"/>
                </a:lnTo>
                <a:lnTo>
                  <a:pt x="57" y="49"/>
                </a:lnTo>
                <a:lnTo>
                  <a:pt x="40" y="40"/>
                </a:lnTo>
                <a:lnTo>
                  <a:pt x="48" y="24"/>
                </a:lnTo>
                <a:moveTo>
                  <a:pt x="65" y="32"/>
                </a:moveTo>
                <a:lnTo>
                  <a:pt x="82" y="40"/>
                </a:lnTo>
                <a:lnTo>
                  <a:pt x="74" y="57"/>
                </a:lnTo>
                <a:lnTo>
                  <a:pt x="57" y="49"/>
                </a:lnTo>
                <a:lnTo>
                  <a:pt x="65" y="32"/>
                </a:lnTo>
                <a:moveTo>
                  <a:pt x="82" y="40"/>
                </a:moveTo>
                <a:lnTo>
                  <a:pt x="99" y="49"/>
                </a:lnTo>
                <a:lnTo>
                  <a:pt x="90" y="66"/>
                </a:lnTo>
                <a:lnTo>
                  <a:pt x="74" y="57"/>
                </a:lnTo>
                <a:lnTo>
                  <a:pt x="82" y="40"/>
                </a:lnTo>
                <a:moveTo>
                  <a:pt x="99" y="49"/>
                </a:moveTo>
                <a:lnTo>
                  <a:pt x="116" y="57"/>
                </a:lnTo>
                <a:lnTo>
                  <a:pt x="107" y="74"/>
                </a:lnTo>
                <a:lnTo>
                  <a:pt x="90" y="66"/>
                </a:lnTo>
                <a:lnTo>
                  <a:pt x="99" y="49"/>
                </a:lnTo>
                <a:moveTo>
                  <a:pt x="116" y="57"/>
                </a:moveTo>
                <a:lnTo>
                  <a:pt x="132" y="66"/>
                </a:lnTo>
                <a:lnTo>
                  <a:pt x="124" y="82"/>
                </a:lnTo>
                <a:lnTo>
                  <a:pt x="107" y="74"/>
                </a:lnTo>
                <a:lnTo>
                  <a:pt x="116" y="57"/>
                </a:lnTo>
                <a:moveTo>
                  <a:pt x="132" y="66"/>
                </a:moveTo>
                <a:lnTo>
                  <a:pt x="149" y="74"/>
                </a:lnTo>
                <a:lnTo>
                  <a:pt x="141" y="91"/>
                </a:lnTo>
                <a:lnTo>
                  <a:pt x="124" y="82"/>
                </a:lnTo>
                <a:lnTo>
                  <a:pt x="132" y="66"/>
                </a:lnTo>
                <a:moveTo>
                  <a:pt x="149" y="74"/>
                </a:moveTo>
                <a:lnTo>
                  <a:pt x="166" y="82"/>
                </a:lnTo>
                <a:lnTo>
                  <a:pt x="158" y="99"/>
                </a:lnTo>
                <a:lnTo>
                  <a:pt x="141" y="91"/>
                </a:lnTo>
                <a:lnTo>
                  <a:pt x="149" y="74"/>
                </a:lnTo>
                <a:moveTo>
                  <a:pt x="166" y="82"/>
                </a:moveTo>
                <a:lnTo>
                  <a:pt x="183" y="91"/>
                </a:lnTo>
                <a:lnTo>
                  <a:pt x="174" y="107"/>
                </a:lnTo>
                <a:lnTo>
                  <a:pt x="158" y="99"/>
                </a:lnTo>
                <a:lnTo>
                  <a:pt x="166" y="82"/>
                </a:lnTo>
                <a:moveTo>
                  <a:pt x="183" y="91"/>
                </a:moveTo>
                <a:lnTo>
                  <a:pt x="199" y="99"/>
                </a:lnTo>
                <a:lnTo>
                  <a:pt x="191" y="116"/>
                </a:lnTo>
                <a:lnTo>
                  <a:pt x="174" y="107"/>
                </a:lnTo>
                <a:lnTo>
                  <a:pt x="183" y="91"/>
                </a:lnTo>
                <a:moveTo>
                  <a:pt x="199" y="99"/>
                </a:moveTo>
                <a:lnTo>
                  <a:pt x="219" y="109"/>
                </a:lnTo>
                <a:lnTo>
                  <a:pt x="189" y="124"/>
                </a:lnTo>
                <a:lnTo>
                  <a:pt x="180" y="107"/>
                </a:lnTo>
                <a:lnTo>
                  <a:pt x="194" y="101"/>
                </a:lnTo>
                <a:lnTo>
                  <a:pt x="198" y="109"/>
                </a:lnTo>
                <a:lnTo>
                  <a:pt x="194" y="117"/>
                </a:lnTo>
                <a:lnTo>
                  <a:pt x="191" y="116"/>
                </a:lnTo>
                <a:lnTo>
                  <a:pt x="199" y="99"/>
                </a:lnTo>
                <a:moveTo>
                  <a:pt x="189" y="124"/>
                </a:moveTo>
                <a:lnTo>
                  <a:pt x="172" y="133"/>
                </a:lnTo>
                <a:lnTo>
                  <a:pt x="164" y="116"/>
                </a:lnTo>
                <a:lnTo>
                  <a:pt x="180" y="107"/>
                </a:lnTo>
                <a:lnTo>
                  <a:pt x="189" y="124"/>
                </a:lnTo>
                <a:moveTo>
                  <a:pt x="172" y="133"/>
                </a:moveTo>
                <a:lnTo>
                  <a:pt x="155" y="141"/>
                </a:lnTo>
                <a:lnTo>
                  <a:pt x="147" y="124"/>
                </a:lnTo>
                <a:lnTo>
                  <a:pt x="164" y="116"/>
                </a:lnTo>
                <a:lnTo>
                  <a:pt x="172" y="133"/>
                </a:lnTo>
                <a:moveTo>
                  <a:pt x="155" y="141"/>
                </a:moveTo>
                <a:lnTo>
                  <a:pt x="138" y="149"/>
                </a:lnTo>
                <a:lnTo>
                  <a:pt x="130" y="133"/>
                </a:lnTo>
                <a:lnTo>
                  <a:pt x="147" y="124"/>
                </a:lnTo>
                <a:lnTo>
                  <a:pt x="155" y="141"/>
                </a:lnTo>
                <a:moveTo>
                  <a:pt x="138" y="149"/>
                </a:moveTo>
                <a:lnTo>
                  <a:pt x="122" y="158"/>
                </a:lnTo>
                <a:lnTo>
                  <a:pt x="113" y="141"/>
                </a:lnTo>
                <a:lnTo>
                  <a:pt x="130" y="133"/>
                </a:lnTo>
                <a:lnTo>
                  <a:pt x="138" y="149"/>
                </a:lnTo>
                <a:moveTo>
                  <a:pt x="122" y="158"/>
                </a:moveTo>
                <a:lnTo>
                  <a:pt x="105" y="166"/>
                </a:lnTo>
                <a:lnTo>
                  <a:pt x="96" y="149"/>
                </a:lnTo>
                <a:lnTo>
                  <a:pt x="113" y="141"/>
                </a:lnTo>
                <a:lnTo>
                  <a:pt x="122" y="158"/>
                </a:lnTo>
                <a:moveTo>
                  <a:pt x="105" y="166"/>
                </a:moveTo>
                <a:lnTo>
                  <a:pt x="88" y="175"/>
                </a:lnTo>
                <a:lnTo>
                  <a:pt x="80" y="158"/>
                </a:lnTo>
                <a:lnTo>
                  <a:pt x="96" y="149"/>
                </a:lnTo>
                <a:lnTo>
                  <a:pt x="105" y="166"/>
                </a:lnTo>
                <a:moveTo>
                  <a:pt x="88" y="175"/>
                </a:moveTo>
                <a:lnTo>
                  <a:pt x="71" y="184"/>
                </a:lnTo>
                <a:lnTo>
                  <a:pt x="63" y="166"/>
                </a:lnTo>
                <a:lnTo>
                  <a:pt x="80" y="158"/>
                </a:lnTo>
                <a:lnTo>
                  <a:pt x="88" y="175"/>
                </a:lnTo>
                <a:moveTo>
                  <a:pt x="71" y="184"/>
                </a:moveTo>
                <a:lnTo>
                  <a:pt x="54" y="192"/>
                </a:lnTo>
                <a:lnTo>
                  <a:pt x="46" y="175"/>
                </a:lnTo>
                <a:lnTo>
                  <a:pt x="63" y="166"/>
                </a:lnTo>
                <a:lnTo>
                  <a:pt x="71" y="184"/>
                </a:lnTo>
                <a:moveTo>
                  <a:pt x="54" y="192"/>
                </a:moveTo>
                <a:lnTo>
                  <a:pt x="38" y="201"/>
                </a:lnTo>
                <a:lnTo>
                  <a:pt x="28" y="184"/>
                </a:lnTo>
                <a:lnTo>
                  <a:pt x="46" y="175"/>
                </a:lnTo>
                <a:lnTo>
                  <a:pt x="54" y="192"/>
                </a:lnTo>
                <a:moveTo>
                  <a:pt x="38" y="201"/>
                </a:moveTo>
                <a:lnTo>
                  <a:pt x="20" y="209"/>
                </a:lnTo>
                <a:lnTo>
                  <a:pt x="11" y="192"/>
                </a:lnTo>
                <a:lnTo>
                  <a:pt x="28" y="184"/>
                </a:lnTo>
                <a:lnTo>
                  <a:pt x="38" y="201"/>
                </a:lnTo>
                <a:moveTo>
                  <a:pt x="20" y="209"/>
                </a:moveTo>
                <a:lnTo>
                  <a:pt x="0" y="219"/>
                </a:lnTo>
                <a:lnTo>
                  <a:pt x="0" y="192"/>
                </a:lnTo>
                <a:lnTo>
                  <a:pt x="19" y="192"/>
                </a:lnTo>
                <a:lnTo>
                  <a:pt x="19" y="204"/>
                </a:lnTo>
                <a:lnTo>
                  <a:pt x="10" y="204"/>
                </a:lnTo>
                <a:lnTo>
                  <a:pt x="5" y="195"/>
                </a:lnTo>
                <a:lnTo>
                  <a:pt x="11" y="192"/>
                </a:lnTo>
                <a:lnTo>
                  <a:pt x="20" y="209"/>
                </a:lnTo>
                <a:moveTo>
                  <a:pt x="0" y="192"/>
                </a:moveTo>
                <a:lnTo>
                  <a:pt x="0" y="172"/>
                </a:lnTo>
                <a:lnTo>
                  <a:pt x="19" y="172"/>
                </a:lnTo>
                <a:lnTo>
                  <a:pt x="19" y="192"/>
                </a:lnTo>
                <a:lnTo>
                  <a:pt x="0" y="192"/>
                </a:lnTo>
                <a:moveTo>
                  <a:pt x="0" y="172"/>
                </a:moveTo>
                <a:lnTo>
                  <a:pt x="0" y="153"/>
                </a:lnTo>
                <a:lnTo>
                  <a:pt x="19" y="153"/>
                </a:lnTo>
                <a:lnTo>
                  <a:pt x="19" y="172"/>
                </a:lnTo>
                <a:lnTo>
                  <a:pt x="0" y="172"/>
                </a:lnTo>
                <a:moveTo>
                  <a:pt x="0" y="153"/>
                </a:moveTo>
                <a:lnTo>
                  <a:pt x="0" y="135"/>
                </a:lnTo>
                <a:lnTo>
                  <a:pt x="19" y="135"/>
                </a:lnTo>
                <a:lnTo>
                  <a:pt x="19" y="153"/>
                </a:lnTo>
                <a:lnTo>
                  <a:pt x="0" y="153"/>
                </a:lnTo>
                <a:moveTo>
                  <a:pt x="0" y="135"/>
                </a:moveTo>
                <a:lnTo>
                  <a:pt x="0" y="116"/>
                </a:lnTo>
                <a:lnTo>
                  <a:pt x="19" y="116"/>
                </a:lnTo>
                <a:lnTo>
                  <a:pt x="19" y="135"/>
                </a:lnTo>
                <a:lnTo>
                  <a:pt x="0" y="135"/>
                </a:lnTo>
                <a:moveTo>
                  <a:pt x="0" y="116"/>
                </a:moveTo>
                <a:lnTo>
                  <a:pt x="0" y="97"/>
                </a:lnTo>
                <a:lnTo>
                  <a:pt x="19" y="97"/>
                </a:lnTo>
                <a:lnTo>
                  <a:pt x="19" y="116"/>
                </a:lnTo>
                <a:lnTo>
                  <a:pt x="0" y="116"/>
                </a:lnTo>
                <a:moveTo>
                  <a:pt x="0" y="97"/>
                </a:moveTo>
                <a:lnTo>
                  <a:pt x="0" y="78"/>
                </a:lnTo>
                <a:lnTo>
                  <a:pt x="19" y="78"/>
                </a:lnTo>
                <a:lnTo>
                  <a:pt x="19" y="97"/>
                </a:lnTo>
                <a:lnTo>
                  <a:pt x="0" y="97"/>
                </a:lnTo>
                <a:moveTo>
                  <a:pt x="0" y="78"/>
                </a:moveTo>
                <a:lnTo>
                  <a:pt x="0" y="59"/>
                </a:lnTo>
                <a:lnTo>
                  <a:pt x="19" y="59"/>
                </a:lnTo>
                <a:lnTo>
                  <a:pt x="19" y="78"/>
                </a:lnTo>
                <a:lnTo>
                  <a:pt x="0" y="78"/>
                </a:lnTo>
                <a:moveTo>
                  <a:pt x="0" y="59"/>
                </a:moveTo>
                <a:lnTo>
                  <a:pt x="0" y="41"/>
                </a:lnTo>
                <a:lnTo>
                  <a:pt x="19" y="41"/>
                </a:lnTo>
                <a:lnTo>
                  <a:pt x="19" y="59"/>
                </a:lnTo>
                <a:lnTo>
                  <a:pt x="0" y="59"/>
                </a:lnTo>
                <a:moveTo>
                  <a:pt x="0" y="41"/>
                </a:moveTo>
                <a:lnTo>
                  <a:pt x="0" y="22"/>
                </a:lnTo>
                <a:lnTo>
                  <a:pt x="19" y="22"/>
                </a:lnTo>
                <a:lnTo>
                  <a:pt x="19" y="41"/>
                </a:lnTo>
                <a:lnTo>
                  <a:pt x="0" y="41"/>
                </a:lnTo>
                <a:moveTo>
                  <a:pt x="0" y="22"/>
                </a:moveTo>
                <a:lnTo>
                  <a:pt x="0" y="0"/>
                </a:lnTo>
                <a:lnTo>
                  <a:pt x="32" y="15"/>
                </a:lnTo>
                <a:lnTo>
                  <a:pt x="22" y="32"/>
                </a:lnTo>
                <a:lnTo>
                  <a:pt x="5" y="24"/>
                </a:lnTo>
                <a:lnTo>
                  <a:pt x="10" y="15"/>
                </a:lnTo>
                <a:lnTo>
                  <a:pt x="19" y="15"/>
                </a:lnTo>
                <a:lnTo>
                  <a:pt x="19" y="22"/>
                </a:lnTo>
                <a:lnTo>
                  <a:pt x="0" y="22"/>
                </a:lnTo>
                <a:close/>
              </a:path>
            </a:pathLst>
          </a:custGeom>
          <a:solidFill>
            <a:srgbClr val="7fbf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5156280" y="2131560"/>
            <a:ext cx="388800" cy="0"/>
          </a:xfrm>
          <a:custGeom>
            <a:avLst/>
            <a:gdLst/>
            <a:ahLst/>
            <a:rect l="0" t="0" r="r" b="b"/>
            <a:pathLst>
              <a:path fill="none" w="1080" h="0">
                <a:moveTo>
                  <a:pt x="0" y="0"/>
                </a:moveTo>
                <a:lnTo>
                  <a:pt x="98" y="0"/>
                </a:lnTo>
                <a:cubicBezTo>
                  <a:pt x="196" y="0"/>
                  <a:pt x="391" y="0"/>
                  <a:pt x="571" y="0"/>
                </a:cubicBezTo>
                <a:cubicBezTo>
                  <a:pt x="751" y="0"/>
                  <a:pt x="915" y="0"/>
                  <a:pt x="998" y="0"/>
                </a:cubicBezTo>
                <a:lnTo>
                  <a:pt x="1080" y="0"/>
                </a:lnTo>
              </a:path>
            </a:pathLst>
          </a:custGeom>
          <a:ln w="8280">
            <a:solidFill>
              <a:srgbClr val="7fbf9a"/>
            </a:solidFill>
            <a:miter/>
          </a:ln>
        </p:spPr>
        <p:txBody>
          <a:bodyPr lIns="3960" rIns="3960" tIns="-3960" bIns="-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5511240" y="2097720"/>
            <a:ext cx="68040" cy="68040"/>
          </a:xfrm>
          <a:custGeom>
            <a:avLst/>
            <a:gdLst/>
            <a:ahLst/>
            <a:rect l="0" t="0" r="r" b="b"/>
            <a:pathLst>
              <a:path w="189" h="189">
                <a:moveTo>
                  <a:pt x="0" y="0"/>
                </a:moveTo>
                <a:lnTo>
                  <a:pt x="189" y="95"/>
                </a:lnTo>
                <a:lnTo>
                  <a:pt x="0" y="189"/>
                </a:lnTo>
                <a:lnTo>
                  <a:pt x="0" y="0"/>
                </a:lnTo>
                <a:close/>
              </a:path>
            </a:pathLst>
          </a:custGeom>
          <a:solidFill>
            <a:srgbClr val="7fbf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5507640" y="2092320"/>
            <a:ext cx="79200" cy="78840"/>
          </a:xfrm>
          <a:custGeom>
            <a:avLst/>
            <a:gdLst/>
            <a:ahLst/>
            <a:rect l="0" t="0" r="r" b="b"/>
            <a:pathLst>
              <a:path w="220" h="219">
                <a:moveTo>
                  <a:pt x="31" y="15"/>
                </a:moveTo>
                <a:lnTo>
                  <a:pt x="48" y="24"/>
                </a:lnTo>
                <a:lnTo>
                  <a:pt x="39" y="40"/>
                </a:lnTo>
                <a:lnTo>
                  <a:pt x="22" y="32"/>
                </a:lnTo>
                <a:lnTo>
                  <a:pt x="31" y="15"/>
                </a:lnTo>
                <a:moveTo>
                  <a:pt x="48" y="24"/>
                </a:moveTo>
                <a:lnTo>
                  <a:pt x="64" y="32"/>
                </a:lnTo>
                <a:lnTo>
                  <a:pt x="56" y="49"/>
                </a:lnTo>
                <a:lnTo>
                  <a:pt x="39" y="40"/>
                </a:lnTo>
                <a:lnTo>
                  <a:pt x="48" y="24"/>
                </a:lnTo>
                <a:moveTo>
                  <a:pt x="64" y="32"/>
                </a:moveTo>
                <a:lnTo>
                  <a:pt x="82" y="40"/>
                </a:lnTo>
                <a:lnTo>
                  <a:pt x="74" y="57"/>
                </a:lnTo>
                <a:lnTo>
                  <a:pt x="56" y="49"/>
                </a:lnTo>
                <a:lnTo>
                  <a:pt x="64" y="32"/>
                </a:lnTo>
                <a:moveTo>
                  <a:pt x="82" y="40"/>
                </a:moveTo>
                <a:lnTo>
                  <a:pt x="99" y="49"/>
                </a:lnTo>
                <a:lnTo>
                  <a:pt x="91" y="66"/>
                </a:lnTo>
                <a:lnTo>
                  <a:pt x="74" y="57"/>
                </a:lnTo>
                <a:lnTo>
                  <a:pt x="82" y="40"/>
                </a:lnTo>
                <a:moveTo>
                  <a:pt x="99" y="49"/>
                </a:moveTo>
                <a:lnTo>
                  <a:pt x="116" y="57"/>
                </a:lnTo>
                <a:lnTo>
                  <a:pt x="107" y="74"/>
                </a:lnTo>
                <a:lnTo>
                  <a:pt x="91" y="66"/>
                </a:lnTo>
                <a:lnTo>
                  <a:pt x="99" y="49"/>
                </a:lnTo>
                <a:moveTo>
                  <a:pt x="116" y="57"/>
                </a:moveTo>
                <a:lnTo>
                  <a:pt x="133" y="66"/>
                </a:lnTo>
                <a:lnTo>
                  <a:pt x="124" y="82"/>
                </a:lnTo>
                <a:lnTo>
                  <a:pt x="107" y="74"/>
                </a:lnTo>
                <a:lnTo>
                  <a:pt x="116" y="57"/>
                </a:lnTo>
                <a:moveTo>
                  <a:pt x="133" y="66"/>
                </a:moveTo>
                <a:lnTo>
                  <a:pt x="149" y="74"/>
                </a:lnTo>
                <a:lnTo>
                  <a:pt x="141" y="91"/>
                </a:lnTo>
                <a:lnTo>
                  <a:pt x="124" y="82"/>
                </a:lnTo>
                <a:lnTo>
                  <a:pt x="133" y="66"/>
                </a:lnTo>
                <a:moveTo>
                  <a:pt x="149" y="74"/>
                </a:moveTo>
                <a:lnTo>
                  <a:pt x="166" y="82"/>
                </a:lnTo>
                <a:lnTo>
                  <a:pt x="158" y="99"/>
                </a:lnTo>
                <a:lnTo>
                  <a:pt x="141" y="91"/>
                </a:lnTo>
                <a:lnTo>
                  <a:pt x="149" y="74"/>
                </a:lnTo>
                <a:moveTo>
                  <a:pt x="166" y="82"/>
                </a:moveTo>
                <a:lnTo>
                  <a:pt x="183" y="91"/>
                </a:lnTo>
                <a:lnTo>
                  <a:pt x="175" y="107"/>
                </a:lnTo>
                <a:lnTo>
                  <a:pt x="158" y="99"/>
                </a:lnTo>
                <a:lnTo>
                  <a:pt x="166" y="82"/>
                </a:lnTo>
                <a:moveTo>
                  <a:pt x="183" y="91"/>
                </a:moveTo>
                <a:lnTo>
                  <a:pt x="200" y="99"/>
                </a:lnTo>
                <a:lnTo>
                  <a:pt x="191" y="116"/>
                </a:lnTo>
                <a:lnTo>
                  <a:pt x="175" y="107"/>
                </a:lnTo>
                <a:lnTo>
                  <a:pt x="183" y="91"/>
                </a:lnTo>
                <a:moveTo>
                  <a:pt x="200" y="99"/>
                </a:moveTo>
                <a:lnTo>
                  <a:pt x="220" y="109"/>
                </a:lnTo>
                <a:lnTo>
                  <a:pt x="189" y="124"/>
                </a:lnTo>
                <a:lnTo>
                  <a:pt x="181" y="107"/>
                </a:lnTo>
                <a:lnTo>
                  <a:pt x="194" y="101"/>
                </a:lnTo>
                <a:lnTo>
                  <a:pt x="199" y="109"/>
                </a:lnTo>
                <a:lnTo>
                  <a:pt x="194" y="117"/>
                </a:lnTo>
                <a:lnTo>
                  <a:pt x="191" y="116"/>
                </a:lnTo>
                <a:lnTo>
                  <a:pt x="200" y="99"/>
                </a:lnTo>
                <a:moveTo>
                  <a:pt x="189" y="124"/>
                </a:moveTo>
                <a:lnTo>
                  <a:pt x="172" y="133"/>
                </a:lnTo>
                <a:lnTo>
                  <a:pt x="164" y="116"/>
                </a:lnTo>
                <a:lnTo>
                  <a:pt x="181" y="107"/>
                </a:lnTo>
                <a:lnTo>
                  <a:pt x="189" y="124"/>
                </a:lnTo>
                <a:moveTo>
                  <a:pt x="172" y="133"/>
                </a:moveTo>
                <a:lnTo>
                  <a:pt x="155" y="141"/>
                </a:lnTo>
                <a:lnTo>
                  <a:pt x="147" y="124"/>
                </a:lnTo>
                <a:lnTo>
                  <a:pt x="164" y="116"/>
                </a:lnTo>
                <a:lnTo>
                  <a:pt x="172" y="133"/>
                </a:lnTo>
                <a:moveTo>
                  <a:pt x="155" y="141"/>
                </a:moveTo>
                <a:lnTo>
                  <a:pt x="139" y="149"/>
                </a:lnTo>
                <a:lnTo>
                  <a:pt x="130" y="133"/>
                </a:lnTo>
                <a:lnTo>
                  <a:pt x="147" y="124"/>
                </a:lnTo>
                <a:lnTo>
                  <a:pt x="155" y="141"/>
                </a:lnTo>
                <a:moveTo>
                  <a:pt x="139" y="149"/>
                </a:moveTo>
                <a:lnTo>
                  <a:pt x="122" y="158"/>
                </a:lnTo>
                <a:lnTo>
                  <a:pt x="113" y="141"/>
                </a:lnTo>
                <a:lnTo>
                  <a:pt x="130" y="133"/>
                </a:lnTo>
                <a:lnTo>
                  <a:pt x="139" y="149"/>
                </a:lnTo>
                <a:moveTo>
                  <a:pt x="122" y="158"/>
                </a:moveTo>
                <a:lnTo>
                  <a:pt x="105" y="166"/>
                </a:lnTo>
                <a:lnTo>
                  <a:pt x="97" y="149"/>
                </a:lnTo>
                <a:lnTo>
                  <a:pt x="113" y="141"/>
                </a:lnTo>
                <a:lnTo>
                  <a:pt x="122" y="158"/>
                </a:lnTo>
                <a:moveTo>
                  <a:pt x="105" y="166"/>
                </a:moveTo>
                <a:lnTo>
                  <a:pt x="88" y="175"/>
                </a:lnTo>
                <a:lnTo>
                  <a:pt x="80" y="158"/>
                </a:lnTo>
                <a:lnTo>
                  <a:pt x="97" y="149"/>
                </a:lnTo>
                <a:lnTo>
                  <a:pt x="105" y="166"/>
                </a:lnTo>
                <a:moveTo>
                  <a:pt x="88" y="175"/>
                </a:moveTo>
                <a:lnTo>
                  <a:pt x="71" y="184"/>
                </a:lnTo>
                <a:lnTo>
                  <a:pt x="62" y="166"/>
                </a:lnTo>
                <a:lnTo>
                  <a:pt x="80" y="158"/>
                </a:lnTo>
                <a:lnTo>
                  <a:pt x="88" y="175"/>
                </a:lnTo>
                <a:moveTo>
                  <a:pt x="71" y="184"/>
                </a:moveTo>
                <a:lnTo>
                  <a:pt x="54" y="192"/>
                </a:lnTo>
                <a:lnTo>
                  <a:pt x="45" y="175"/>
                </a:lnTo>
                <a:lnTo>
                  <a:pt x="62" y="166"/>
                </a:lnTo>
                <a:lnTo>
                  <a:pt x="71" y="184"/>
                </a:lnTo>
                <a:moveTo>
                  <a:pt x="54" y="192"/>
                </a:moveTo>
                <a:lnTo>
                  <a:pt x="37" y="201"/>
                </a:lnTo>
                <a:lnTo>
                  <a:pt x="28" y="184"/>
                </a:lnTo>
                <a:lnTo>
                  <a:pt x="45" y="175"/>
                </a:lnTo>
                <a:lnTo>
                  <a:pt x="54" y="192"/>
                </a:lnTo>
                <a:moveTo>
                  <a:pt x="37" y="201"/>
                </a:moveTo>
                <a:lnTo>
                  <a:pt x="20" y="209"/>
                </a:lnTo>
                <a:lnTo>
                  <a:pt x="12" y="192"/>
                </a:lnTo>
                <a:lnTo>
                  <a:pt x="28" y="184"/>
                </a:lnTo>
                <a:lnTo>
                  <a:pt x="37" y="201"/>
                </a:lnTo>
                <a:moveTo>
                  <a:pt x="20" y="209"/>
                </a:moveTo>
                <a:lnTo>
                  <a:pt x="0" y="219"/>
                </a:lnTo>
                <a:lnTo>
                  <a:pt x="0" y="192"/>
                </a:lnTo>
                <a:lnTo>
                  <a:pt x="19" y="192"/>
                </a:lnTo>
                <a:lnTo>
                  <a:pt x="19" y="204"/>
                </a:lnTo>
                <a:lnTo>
                  <a:pt x="10" y="204"/>
                </a:lnTo>
                <a:lnTo>
                  <a:pt x="6" y="195"/>
                </a:lnTo>
                <a:lnTo>
                  <a:pt x="12" y="192"/>
                </a:lnTo>
                <a:lnTo>
                  <a:pt x="20" y="209"/>
                </a:lnTo>
                <a:moveTo>
                  <a:pt x="0" y="192"/>
                </a:moveTo>
                <a:lnTo>
                  <a:pt x="0" y="172"/>
                </a:lnTo>
                <a:lnTo>
                  <a:pt x="19" y="172"/>
                </a:lnTo>
                <a:lnTo>
                  <a:pt x="19" y="192"/>
                </a:lnTo>
                <a:lnTo>
                  <a:pt x="0" y="192"/>
                </a:lnTo>
                <a:moveTo>
                  <a:pt x="0" y="172"/>
                </a:moveTo>
                <a:lnTo>
                  <a:pt x="0" y="153"/>
                </a:lnTo>
                <a:lnTo>
                  <a:pt x="19" y="153"/>
                </a:lnTo>
                <a:lnTo>
                  <a:pt x="19" y="172"/>
                </a:lnTo>
                <a:lnTo>
                  <a:pt x="0" y="172"/>
                </a:lnTo>
                <a:moveTo>
                  <a:pt x="0" y="153"/>
                </a:moveTo>
                <a:lnTo>
                  <a:pt x="0" y="135"/>
                </a:lnTo>
                <a:lnTo>
                  <a:pt x="19" y="135"/>
                </a:lnTo>
                <a:lnTo>
                  <a:pt x="19" y="153"/>
                </a:lnTo>
                <a:lnTo>
                  <a:pt x="0" y="153"/>
                </a:lnTo>
                <a:moveTo>
                  <a:pt x="0" y="135"/>
                </a:moveTo>
                <a:lnTo>
                  <a:pt x="0" y="116"/>
                </a:lnTo>
                <a:lnTo>
                  <a:pt x="19" y="116"/>
                </a:lnTo>
                <a:lnTo>
                  <a:pt x="19" y="135"/>
                </a:lnTo>
                <a:lnTo>
                  <a:pt x="0" y="135"/>
                </a:lnTo>
                <a:moveTo>
                  <a:pt x="0" y="116"/>
                </a:moveTo>
                <a:lnTo>
                  <a:pt x="0" y="97"/>
                </a:lnTo>
                <a:lnTo>
                  <a:pt x="19" y="97"/>
                </a:lnTo>
                <a:lnTo>
                  <a:pt x="19" y="116"/>
                </a:lnTo>
                <a:lnTo>
                  <a:pt x="0" y="116"/>
                </a:lnTo>
                <a:moveTo>
                  <a:pt x="0" y="97"/>
                </a:moveTo>
                <a:lnTo>
                  <a:pt x="0" y="78"/>
                </a:lnTo>
                <a:lnTo>
                  <a:pt x="19" y="78"/>
                </a:lnTo>
                <a:lnTo>
                  <a:pt x="19" y="97"/>
                </a:lnTo>
                <a:lnTo>
                  <a:pt x="0" y="97"/>
                </a:lnTo>
                <a:moveTo>
                  <a:pt x="0" y="78"/>
                </a:moveTo>
                <a:lnTo>
                  <a:pt x="0" y="59"/>
                </a:lnTo>
                <a:lnTo>
                  <a:pt x="19" y="59"/>
                </a:lnTo>
                <a:lnTo>
                  <a:pt x="19" y="78"/>
                </a:lnTo>
                <a:lnTo>
                  <a:pt x="0" y="78"/>
                </a:lnTo>
                <a:moveTo>
                  <a:pt x="0" y="59"/>
                </a:moveTo>
                <a:lnTo>
                  <a:pt x="0" y="41"/>
                </a:lnTo>
                <a:lnTo>
                  <a:pt x="19" y="41"/>
                </a:lnTo>
                <a:lnTo>
                  <a:pt x="19" y="59"/>
                </a:lnTo>
                <a:lnTo>
                  <a:pt x="0" y="59"/>
                </a:lnTo>
                <a:moveTo>
                  <a:pt x="0" y="41"/>
                </a:moveTo>
                <a:lnTo>
                  <a:pt x="0" y="22"/>
                </a:lnTo>
                <a:lnTo>
                  <a:pt x="19" y="22"/>
                </a:lnTo>
                <a:lnTo>
                  <a:pt x="19" y="41"/>
                </a:lnTo>
                <a:lnTo>
                  <a:pt x="0" y="41"/>
                </a:lnTo>
                <a:moveTo>
                  <a:pt x="0" y="22"/>
                </a:moveTo>
                <a:lnTo>
                  <a:pt x="0" y="0"/>
                </a:lnTo>
                <a:lnTo>
                  <a:pt x="31" y="15"/>
                </a:lnTo>
                <a:lnTo>
                  <a:pt x="22" y="32"/>
                </a:lnTo>
                <a:lnTo>
                  <a:pt x="6" y="24"/>
                </a:lnTo>
                <a:lnTo>
                  <a:pt x="10" y="15"/>
                </a:lnTo>
                <a:lnTo>
                  <a:pt x="19" y="15"/>
                </a:lnTo>
                <a:lnTo>
                  <a:pt x="19" y="22"/>
                </a:lnTo>
                <a:lnTo>
                  <a:pt x="0" y="22"/>
                </a:lnTo>
                <a:close/>
              </a:path>
            </a:pathLst>
          </a:custGeom>
          <a:solidFill>
            <a:srgbClr val="7fbf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7530480" y="2131560"/>
            <a:ext cx="388440" cy="0"/>
          </a:xfrm>
          <a:custGeom>
            <a:avLst/>
            <a:gdLst/>
            <a:ahLst/>
            <a:rect l="0" t="0" r="r" b="b"/>
            <a:pathLst>
              <a:path fill="none" w="1079" h="0">
                <a:moveTo>
                  <a:pt x="0" y="0"/>
                </a:moveTo>
                <a:lnTo>
                  <a:pt x="98" y="0"/>
                </a:lnTo>
                <a:cubicBezTo>
                  <a:pt x="196" y="0"/>
                  <a:pt x="391" y="0"/>
                  <a:pt x="571" y="0"/>
                </a:cubicBezTo>
                <a:cubicBezTo>
                  <a:pt x="751" y="0"/>
                  <a:pt x="915" y="0"/>
                  <a:pt x="997" y="0"/>
                </a:cubicBezTo>
                <a:lnTo>
                  <a:pt x="1079" y="0"/>
                </a:lnTo>
              </a:path>
            </a:pathLst>
          </a:custGeom>
          <a:ln w="8280">
            <a:solidFill>
              <a:srgbClr val="7fbf9a"/>
            </a:solidFill>
            <a:miter/>
          </a:ln>
        </p:spPr>
        <p:txBody>
          <a:bodyPr lIns="3960" rIns="3960" tIns="-3960" bIns="-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7885440" y="2097720"/>
            <a:ext cx="67680" cy="68040"/>
          </a:xfrm>
          <a:custGeom>
            <a:avLst/>
            <a:gdLst/>
            <a:ahLst/>
            <a:rect l="0" t="0" r="r" b="b"/>
            <a:pathLst>
              <a:path w="188" h="189">
                <a:moveTo>
                  <a:pt x="0" y="0"/>
                </a:moveTo>
                <a:lnTo>
                  <a:pt x="188" y="95"/>
                </a:lnTo>
                <a:lnTo>
                  <a:pt x="0" y="189"/>
                </a:lnTo>
                <a:lnTo>
                  <a:pt x="0" y="0"/>
                </a:lnTo>
                <a:close/>
              </a:path>
            </a:pathLst>
          </a:custGeom>
          <a:solidFill>
            <a:srgbClr val="7fbf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7881840" y="2092320"/>
            <a:ext cx="78840" cy="78840"/>
          </a:xfrm>
          <a:custGeom>
            <a:avLst/>
            <a:gdLst/>
            <a:ahLst/>
            <a:rect l="0" t="0" r="r" b="b"/>
            <a:pathLst>
              <a:path w="219" h="219">
                <a:moveTo>
                  <a:pt x="32" y="15"/>
                </a:moveTo>
                <a:lnTo>
                  <a:pt x="48" y="24"/>
                </a:lnTo>
                <a:lnTo>
                  <a:pt x="40" y="40"/>
                </a:lnTo>
                <a:lnTo>
                  <a:pt x="23" y="32"/>
                </a:lnTo>
                <a:lnTo>
                  <a:pt x="32" y="15"/>
                </a:lnTo>
                <a:moveTo>
                  <a:pt x="48" y="24"/>
                </a:moveTo>
                <a:lnTo>
                  <a:pt x="65" y="32"/>
                </a:lnTo>
                <a:lnTo>
                  <a:pt x="57" y="49"/>
                </a:lnTo>
                <a:lnTo>
                  <a:pt x="40" y="40"/>
                </a:lnTo>
                <a:lnTo>
                  <a:pt x="48" y="24"/>
                </a:lnTo>
                <a:moveTo>
                  <a:pt x="65" y="32"/>
                </a:moveTo>
                <a:lnTo>
                  <a:pt x="82" y="40"/>
                </a:lnTo>
                <a:lnTo>
                  <a:pt x="74" y="57"/>
                </a:lnTo>
                <a:lnTo>
                  <a:pt x="57" y="49"/>
                </a:lnTo>
                <a:lnTo>
                  <a:pt x="65" y="32"/>
                </a:lnTo>
                <a:moveTo>
                  <a:pt x="82" y="40"/>
                </a:moveTo>
                <a:lnTo>
                  <a:pt x="99" y="49"/>
                </a:lnTo>
                <a:lnTo>
                  <a:pt x="90" y="66"/>
                </a:lnTo>
                <a:lnTo>
                  <a:pt x="74" y="57"/>
                </a:lnTo>
                <a:lnTo>
                  <a:pt x="82" y="40"/>
                </a:lnTo>
                <a:moveTo>
                  <a:pt x="99" y="49"/>
                </a:moveTo>
                <a:lnTo>
                  <a:pt x="116" y="57"/>
                </a:lnTo>
                <a:lnTo>
                  <a:pt x="107" y="74"/>
                </a:lnTo>
                <a:lnTo>
                  <a:pt x="90" y="66"/>
                </a:lnTo>
                <a:lnTo>
                  <a:pt x="99" y="49"/>
                </a:lnTo>
                <a:moveTo>
                  <a:pt x="116" y="57"/>
                </a:moveTo>
                <a:lnTo>
                  <a:pt x="132" y="66"/>
                </a:lnTo>
                <a:lnTo>
                  <a:pt x="124" y="82"/>
                </a:lnTo>
                <a:lnTo>
                  <a:pt x="107" y="74"/>
                </a:lnTo>
                <a:lnTo>
                  <a:pt x="116" y="57"/>
                </a:lnTo>
                <a:moveTo>
                  <a:pt x="132" y="66"/>
                </a:moveTo>
                <a:lnTo>
                  <a:pt x="149" y="74"/>
                </a:lnTo>
                <a:lnTo>
                  <a:pt x="141" y="91"/>
                </a:lnTo>
                <a:lnTo>
                  <a:pt x="124" y="82"/>
                </a:lnTo>
                <a:lnTo>
                  <a:pt x="132" y="66"/>
                </a:lnTo>
                <a:moveTo>
                  <a:pt x="149" y="74"/>
                </a:moveTo>
                <a:lnTo>
                  <a:pt x="166" y="82"/>
                </a:lnTo>
                <a:lnTo>
                  <a:pt x="157" y="99"/>
                </a:lnTo>
                <a:lnTo>
                  <a:pt x="141" y="91"/>
                </a:lnTo>
                <a:lnTo>
                  <a:pt x="149" y="74"/>
                </a:lnTo>
                <a:moveTo>
                  <a:pt x="166" y="82"/>
                </a:moveTo>
                <a:lnTo>
                  <a:pt x="183" y="91"/>
                </a:lnTo>
                <a:lnTo>
                  <a:pt x="174" y="107"/>
                </a:lnTo>
                <a:lnTo>
                  <a:pt x="157" y="99"/>
                </a:lnTo>
                <a:lnTo>
                  <a:pt x="166" y="82"/>
                </a:lnTo>
                <a:moveTo>
                  <a:pt x="183" y="91"/>
                </a:moveTo>
                <a:lnTo>
                  <a:pt x="199" y="99"/>
                </a:lnTo>
                <a:lnTo>
                  <a:pt x="191" y="116"/>
                </a:lnTo>
                <a:lnTo>
                  <a:pt x="174" y="107"/>
                </a:lnTo>
                <a:lnTo>
                  <a:pt x="183" y="91"/>
                </a:lnTo>
                <a:moveTo>
                  <a:pt x="199" y="99"/>
                </a:moveTo>
                <a:lnTo>
                  <a:pt x="219" y="109"/>
                </a:lnTo>
                <a:lnTo>
                  <a:pt x="189" y="124"/>
                </a:lnTo>
                <a:lnTo>
                  <a:pt x="180" y="107"/>
                </a:lnTo>
                <a:lnTo>
                  <a:pt x="194" y="101"/>
                </a:lnTo>
                <a:lnTo>
                  <a:pt x="198" y="109"/>
                </a:lnTo>
                <a:lnTo>
                  <a:pt x="194" y="117"/>
                </a:lnTo>
                <a:lnTo>
                  <a:pt x="191" y="116"/>
                </a:lnTo>
                <a:lnTo>
                  <a:pt x="199" y="99"/>
                </a:lnTo>
                <a:moveTo>
                  <a:pt x="189" y="124"/>
                </a:moveTo>
                <a:lnTo>
                  <a:pt x="172" y="133"/>
                </a:lnTo>
                <a:lnTo>
                  <a:pt x="164" y="116"/>
                </a:lnTo>
                <a:lnTo>
                  <a:pt x="180" y="107"/>
                </a:lnTo>
                <a:lnTo>
                  <a:pt x="189" y="124"/>
                </a:lnTo>
                <a:moveTo>
                  <a:pt x="172" y="133"/>
                </a:moveTo>
                <a:lnTo>
                  <a:pt x="155" y="141"/>
                </a:lnTo>
                <a:lnTo>
                  <a:pt x="147" y="124"/>
                </a:lnTo>
                <a:lnTo>
                  <a:pt x="164" y="116"/>
                </a:lnTo>
                <a:lnTo>
                  <a:pt x="172" y="133"/>
                </a:lnTo>
                <a:moveTo>
                  <a:pt x="155" y="141"/>
                </a:moveTo>
                <a:lnTo>
                  <a:pt x="138" y="149"/>
                </a:lnTo>
                <a:lnTo>
                  <a:pt x="130" y="133"/>
                </a:lnTo>
                <a:lnTo>
                  <a:pt x="147" y="124"/>
                </a:lnTo>
                <a:lnTo>
                  <a:pt x="155" y="141"/>
                </a:lnTo>
                <a:moveTo>
                  <a:pt x="138" y="149"/>
                </a:moveTo>
                <a:lnTo>
                  <a:pt x="122" y="158"/>
                </a:lnTo>
                <a:lnTo>
                  <a:pt x="113" y="141"/>
                </a:lnTo>
                <a:lnTo>
                  <a:pt x="130" y="133"/>
                </a:lnTo>
                <a:lnTo>
                  <a:pt x="138" y="149"/>
                </a:lnTo>
                <a:moveTo>
                  <a:pt x="122" y="158"/>
                </a:moveTo>
                <a:lnTo>
                  <a:pt x="105" y="166"/>
                </a:lnTo>
                <a:lnTo>
                  <a:pt x="96" y="149"/>
                </a:lnTo>
                <a:lnTo>
                  <a:pt x="113" y="141"/>
                </a:lnTo>
                <a:lnTo>
                  <a:pt x="122" y="158"/>
                </a:lnTo>
                <a:moveTo>
                  <a:pt x="105" y="166"/>
                </a:moveTo>
                <a:lnTo>
                  <a:pt x="88" y="175"/>
                </a:lnTo>
                <a:lnTo>
                  <a:pt x="80" y="158"/>
                </a:lnTo>
                <a:lnTo>
                  <a:pt x="96" y="149"/>
                </a:lnTo>
                <a:lnTo>
                  <a:pt x="105" y="166"/>
                </a:lnTo>
                <a:moveTo>
                  <a:pt x="88" y="175"/>
                </a:moveTo>
                <a:lnTo>
                  <a:pt x="71" y="184"/>
                </a:lnTo>
                <a:lnTo>
                  <a:pt x="63" y="166"/>
                </a:lnTo>
                <a:lnTo>
                  <a:pt x="80" y="158"/>
                </a:lnTo>
                <a:lnTo>
                  <a:pt x="88" y="175"/>
                </a:lnTo>
                <a:moveTo>
                  <a:pt x="71" y="184"/>
                </a:moveTo>
                <a:lnTo>
                  <a:pt x="54" y="192"/>
                </a:lnTo>
                <a:lnTo>
                  <a:pt x="46" y="175"/>
                </a:lnTo>
                <a:lnTo>
                  <a:pt x="63" y="166"/>
                </a:lnTo>
                <a:lnTo>
                  <a:pt x="71" y="184"/>
                </a:lnTo>
                <a:moveTo>
                  <a:pt x="54" y="192"/>
                </a:moveTo>
                <a:lnTo>
                  <a:pt x="38" y="201"/>
                </a:lnTo>
                <a:lnTo>
                  <a:pt x="29" y="184"/>
                </a:lnTo>
                <a:lnTo>
                  <a:pt x="46" y="175"/>
                </a:lnTo>
                <a:lnTo>
                  <a:pt x="54" y="192"/>
                </a:lnTo>
                <a:moveTo>
                  <a:pt x="38" y="201"/>
                </a:moveTo>
                <a:lnTo>
                  <a:pt x="21" y="209"/>
                </a:lnTo>
                <a:lnTo>
                  <a:pt x="11" y="192"/>
                </a:lnTo>
                <a:lnTo>
                  <a:pt x="29" y="184"/>
                </a:lnTo>
                <a:lnTo>
                  <a:pt x="38" y="201"/>
                </a:lnTo>
                <a:moveTo>
                  <a:pt x="21" y="209"/>
                </a:moveTo>
                <a:lnTo>
                  <a:pt x="0" y="219"/>
                </a:lnTo>
                <a:lnTo>
                  <a:pt x="0" y="192"/>
                </a:lnTo>
                <a:lnTo>
                  <a:pt x="20" y="192"/>
                </a:lnTo>
                <a:lnTo>
                  <a:pt x="20" y="204"/>
                </a:lnTo>
                <a:lnTo>
                  <a:pt x="10" y="204"/>
                </a:lnTo>
                <a:lnTo>
                  <a:pt x="5" y="195"/>
                </a:lnTo>
                <a:lnTo>
                  <a:pt x="11" y="192"/>
                </a:lnTo>
                <a:lnTo>
                  <a:pt x="21" y="209"/>
                </a:lnTo>
                <a:moveTo>
                  <a:pt x="0" y="192"/>
                </a:moveTo>
                <a:lnTo>
                  <a:pt x="0" y="172"/>
                </a:lnTo>
                <a:lnTo>
                  <a:pt x="20" y="172"/>
                </a:lnTo>
                <a:lnTo>
                  <a:pt x="20" y="192"/>
                </a:lnTo>
                <a:lnTo>
                  <a:pt x="0" y="192"/>
                </a:lnTo>
                <a:moveTo>
                  <a:pt x="0" y="172"/>
                </a:moveTo>
                <a:lnTo>
                  <a:pt x="0" y="153"/>
                </a:lnTo>
                <a:lnTo>
                  <a:pt x="20" y="153"/>
                </a:lnTo>
                <a:lnTo>
                  <a:pt x="20" y="172"/>
                </a:lnTo>
                <a:lnTo>
                  <a:pt x="0" y="172"/>
                </a:lnTo>
                <a:moveTo>
                  <a:pt x="0" y="153"/>
                </a:moveTo>
                <a:lnTo>
                  <a:pt x="0" y="135"/>
                </a:lnTo>
                <a:lnTo>
                  <a:pt x="20" y="135"/>
                </a:lnTo>
                <a:lnTo>
                  <a:pt x="20" y="153"/>
                </a:lnTo>
                <a:lnTo>
                  <a:pt x="0" y="153"/>
                </a:lnTo>
                <a:moveTo>
                  <a:pt x="0" y="135"/>
                </a:moveTo>
                <a:lnTo>
                  <a:pt x="0" y="116"/>
                </a:lnTo>
                <a:lnTo>
                  <a:pt x="20" y="116"/>
                </a:lnTo>
                <a:lnTo>
                  <a:pt x="20" y="135"/>
                </a:lnTo>
                <a:lnTo>
                  <a:pt x="0" y="135"/>
                </a:lnTo>
                <a:moveTo>
                  <a:pt x="0" y="116"/>
                </a:moveTo>
                <a:lnTo>
                  <a:pt x="0" y="97"/>
                </a:lnTo>
                <a:lnTo>
                  <a:pt x="20" y="97"/>
                </a:lnTo>
                <a:lnTo>
                  <a:pt x="20" y="116"/>
                </a:lnTo>
                <a:lnTo>
                  <a:pt x="0" y="116"/>
                </a:lnTo>
                <a:moveTo>
                  <a:pt x="0" y="97"/>
                </a:moveTo>
                <a:lnTo>
                  <a:pt x="0" y="78"/>
                </a:lnTo>
                <a:lnTo>
                  <a:pt x="20" y="78"/>
                </a:lnTo>
                <a:lnTo>
                  <a:pt x="20" y="97"/>
                </a:lnTo>
                <a:lnTo>
                  <a:pt x="0" y="97"/>
                </a:lnTo>
                <a:moveTo>
                  <a:pt x="0" y="78"/>
                </a:moveTo>
                <a:lnTo>
                  <a:pt x="0" y="59"/>
                </a:lnTo>
                <a:lnTo>
                  <a:pt x="20" y="59"/>
                </a:lnTo>
                <a:lnTo>
                  <a:pt x="20" y="78"/>
                </a:lnTo>
                <a:lnTo>
                  <a:pt x="0" y="78"/>
                </a:lnTo>
                <a:moveTo>
                  <a:pt x="0" y="59"/>
                </a:moveTo>
                <a:lnTo>
                  <a:pt x="0" y="41"/>
                </a:lnTo>
                <a:lnTo>
                  <a:pt x="20" y="41"/>
                </a:lnTo>
                <a:lnTo>
                  <a:pt x="20" y="59"/>
                </a:lnTo>
                <a:lnTo>
                  <a:pt x="0" y="59"/>
                </a:lnTo>
                <a:moveTo>
                  <a:pt x="0" y="41"/>
                </a:moveTo>
                <a:lnTo>
                  <a:pt x="0" y="22"/>
                </a:lnTo>
                <a:lnTo>
                  <a:pt x="20" y="22"/>
                </a:lnTo>
                <a:lnTo>
                  <a:pt x="20" y="41"/>
                </a:lnTo>
                <a:lnTo>
                  <a:pt x="0" y="41"/>
                </a:lnTo>
                <a:moveTo>
                  <a:pt x="0" y="22"/>
                </a:moveTo>
                <a:lnTo>
                  <a:pt x="0" y="0"/>
                </a:lnTo>
                <a:lnTo>
                  <a:pt x="32" y="15"/>
                </a:lnTo>
                <a:lnTo>
                  <a:pt x="23" y="32"/>
                </a:lnTo>
                <a:lnTo>
                  <a:pt x="5" y="24"/>
                </a:lnTo>
                <a:lnTo>
                  <a:pt x="10" y="15"/>
                </a:lnTo>
                <a:lnTo>
                  <a:pt x="20" y="15"/>
                </a:lnTo>
                <a:lnTo>
                  <a:pt x="20" y="22"/>
                </a:lnTo>
                <a:lnTo>
                  <a:pt x="0" y="22"/>
                </a:lnTo>
                <a:close/>
              </a:path>
            </a:pathLst>
          </a:custGeom>
          <a:solidFill>
            <a:srgbClr val="7fbf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8688600" y="1679760"/>
            <a:ext cx="620640" cy="267120"/>
          </a:xfrm>
          <a:custGeom>
            <a:avLst/>
            <a:gdLst/>
            <a:ahLst/>
            <a:rect l="0" t="0" r="r" b="b"/>
            <a:pathLst>
              <a:path fill="none" w="1724" h="742">
                <a:moveTo>
                  <a:pt x="0" y="742"/>
                </a:moveTo>
                <a:lnTo>
                  <a:pt x="183" y="618"/>
                </a:lnTo>
                <a:cubicBezTo>
                  <a:pt x="367" y="495"/>
                  <a:pt x="734" y="248"/>
                  <a:pt x="1022" y="123"/>
                </a:cubicBezTo>
                <a:cubicBezTo>
                  <a:pt x="1309" y="0"/>
                  <a:pt x="1516" y="0"/>
                  <a:pt x="1620" y="0"/>
                </a:cubicBezTo>
                <a:lnTo>
                  <a:pt x="1724" y="0"/>
                </a:lnTo>
              </a:path>
            </a:pathLst>
          </a:custGeom>
          <a:ln w="8280">
            <a:solidFill>
              <a:srgbClr val="7fbf9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9275040" y="1645920"/>
            <a:ext cx="68040" cy="68040"/>
          </a:xfrm>
          <a:custGeom>
            <a:avLst/>
            <a:gdLst/>
            <a:ahLst/>
            <a:rect l="0" t="0" r="r" b="b"/>
            <a:pathLst>
              <a:path w="189" h="189">
                <a:moveTo>
                  <a:pt x="0" y="0"/>
                </a:moveTo>
                <a:lnTo>
                  <a:pt x="189" y="95"/>
                </a:lnTo>
                <a:lnTo>
                  <a:pt x="0" y="189"/>
                </a:lnTo>
                <a:lnTo>
                  <a:pt x="0" y="0"/>
                </a:lnTo>
                <a:close/>
              </a:path>
            </a:pathLst>
          </a:custGeom>
          <a:solidFill>
            <a:srgbClr val="7fbf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9271440" y="1640520"/>
            <a:ext cx="79200" cy="78840"/>
          </a:xfrm>
          <a:custGeom>
            <a:avLst/>
            <a:gdLst/>
            <a:ahLst/>
            <a:rect l="0" t="0" r="r" b="b"/>
            <a:pathLst>
              <a:path w="220" h="219">
                <a:moveTo>
                  <a:pt x="31" y="15"/>
                </a:moveTo>
                <a:lnTo>
                  <a:pt x="48" y="23"/>
                </a:lnTo>
                <a:lnTo>
                  <a:pt x="39" y="40"/>
                </a:lnTo>
                <a:lnTo>
                  <a:pt x="22" y="32"/>
                </a:lnTo>
                <a:lnTo>
                  <a:pt x="31" y="15"/>
                </a:lnTo>
                <a:moveTo>
                  <a:pt x="48" y="23"/>
                </a:moveTo>
                <a:lnTo>
                  <a:pt x="64" y="32"/>
                </a:lnTo>
                <a:lnTo>
                  <a:pt x="56" y="49"/>
                </a:lnTo>
                <a:lnTo>
                  <a:pt x="39" y="40"/>
                </a:lnTo>
                <a:lnTo>
                  <a:pt x="48" y="23"/>
                </a:lnTo>
                <a:moveTo>
                  <a:pt x="64" y="32"/>
                </a:moveTo>
                <a:lnTo>
                  <a:pt x="82" y="40"/>
                </a:lnTo>
                <a:lnTo>
                  <a:pt x="73" y="57"/>
                </a:lnTo>
                <a:lnTo>
                  <a:pt x="56" y="49"/>
                </a:lnTo>
                <a:lnTo>
                  <a:pt x="64" y="32"/>
                </a:lnTo>
                <a:moveTo>
                  <a:pt x="82" y="40"/>
                </a:moveTo>
                <a:lnTo>
                  <a:pt x="99" y="49"/>
                </a:lnTo>
                <a:lnTo>
                  <a:pt x="91" y="65"/>
                </a:lnTo>
                <a:lnTo>
                  <a:pt x="73" y="57"/>
                </a:lnTo>
                <a:lnTo>
                  <a:pt x="82" y="40"/>
                </a:lnTo>
                <a:moveTo>
                  <a:pt x="99" y="49"/>
                </a:moveTo>
                <a:lnTo>
                  <a:pt x="116" y="57"/>
                </a:lnTo>
                <a:lnTo>
                  <a:pt x="107" y="74"/>
                </a:lnTo>
                <a:lnTo>
                  <a:pt x="91" y="65"/>
                </a:lnTo>
                <a:lnTo>
                  <a:pt x="99" y="49"/>
                </a:lnTo>
                <a:moveTo>
                  <a:pt x="116" y="57"/>
                </a:moveTo>
                <a:lnTo>
                  <a:pt x="133" y="65"/>
                </a:lnTo>
                <a:lnTo>
                  <a:pt x="124" y="82"/>
                </a:lnTo>
                <a:lnTo>
                  <a:pt x="107" y="74"/>
                </a:lnTo>
                <a:lnTo>
                  <a:pt x="116" y="57"/>
                </a:lnTo>
                <a:moveTo>
                  <a:pt x="133" y="65"/>
                </a:moveTo>
                <a:lnTo>
                  <a:pt x="149" y="74"/>
                </a:lnTo>
                <a:lnTo>
                  <a:pt x="141" y="91"/>
                </a:lnTo>
                <a:lnTo>
                  <a:pt x="124" y="82"/>
                </a:lnTo>
                <a:lnTo>
                  <a:pt x="133" y="65"/>
                </a:lnTo>
                <a:moveTo>
                  <a:pt x="149" y="74"/>
                </a:moveTo>
                <a:lnTo>
                  <a:pt x="166" y="82"/>
                </a:lnTo>
                <a:lnTo>
                  <a:pt x="158" y="99"/>
                </a:lnTo>
                <a:lnTo>
                  <a:pt x="141" y="91"/>
                </a:lnTo>
                <a:lnTo>
                  <a:pt x="149" y="74"/>
                </a:lnTo>
                <a:moveTo>
                  <a:pt x="166" y="82"/>
                </a:moveTo>
                <a:lnTo>
                  <a:pt x="183" y="91"/>
                </a:lnTo>
                <a:lnTo>
                  <a:pt x="175" y="107"/>
                </a:lnTo>
                <a:lnTo>
                  <a:pt x="158" y="99"/>
                </a:lnTo>
                <a:lnTo>
                  <a:pt x="166" y="82"/>
                </a:lnTo>
                <a:moveTo>
                  <a:pt x="183" y="91"/>
                </a:moveTo>
                <a:lnTo>
                  <a:pt x="200" y="99"/>
                </a:lnTo>
                <a:lnTo>
                  <a:pt x="191" y="116"/>
                </a:lnTo>
                <a:lnTo>
                  <a:pt x="175" y="107"/>
                </a:lnTo>
                <a:lnTo>
                  <a:pt x="183" y="91"/>
                </a:lnTo>
                <a:moveTo>
                  <a:pt x="200" y="99"/>
                </a:moveTo>
                <a:lnTo>
                  <a:pt x="220" y="109"/>
                </a:lnTo>
                <a:lnTo>
                  <a:pt x="189" y="124"/>
                </a:lnTo>
                <a:lnTo>
                  <a:pt x="181" y="107"/>
                </a:lnTo>
                <a:lnTo>
                  <a:pt x="194" y="100"/>
                </a:lnTo>
                <a:lnTo>
                  <a:pt x="199" y="109"/>
                </a:lnTo>
                <a:lnTo>
                  <a:pt x="194" y="117"/>
                </a:lnTo>
                <a:lnTo>
                  <a:pt x="191" y="116"/>
                </a:lnTo>
                <a:lnTo>
                  <a:pt x="200" y="99"/>
                </a:lnTo>
                <a:moveTo>
                  <a:pt x="189" y="124"/>
                </a:moveTo>
                <a:lnTo>
                  <a:pt x="172" y="133"/>
                </a:lnTo>
                <a:lnTo>
                  <a:pt x="164" y="116"/>
                </a:lnTo>
                <a:lnTo>
                  <a:pt x="181" y="107"/>
                </a:lnTo>
                <a:lnTo>
                  <a:pt x="189" y="124"/>
                </a:lnTo>
                <a:moveTo>
                  <a:pt x="172" y="133"/>
                </a:moveTo>
                <a:lnTo>
                  <a:pt x="155" y="142"/>
                </a:lnTo>
                <a:lnTo>
                  <a:pt x="147" y="124"/>
                </a:lnTo>
                <a:lnTo>
                  <a:pt x="164" y="116"/>
                </a:lnTo>
                <a:lnTo>
                  <a:pt x="172" y="133"/>
                </a:lnTo>
                <a:moveTo>
                  <a:pt x="155" y="142"/>
                </a:moveTo>
                <a:lnTo>
                  <a:pt x="139" y="150"/>
                </a:lnTo>
                <a:lnTo>
                  <a:pt x="130" y="133"/>
                </a:lnTo>
                <a:lnTo>
                  <a:pt x="147" y="124"/>
                </a:lnTo>
                <a:lnTo>
                  <a:pt x="155" y="142"/>
                </a:lnTo>
                <a:moveTo>
                  <a:pt x="139" y="150"/>
                </a:moveTo>
                <a:lnTo>
                  <a:pt x="122" y="159"/>
                </a:lnTo>
                <a:lnTo>
                  <a:pt x="113" y="142"/>
                </a:lnTo>
                <a:lnTo>
                  <a:pt x="130" y="133"/>
                </a:lnTo>
                <a:lnTo>
                  <a:pt x="139" y="150"/>
                </a:lnTo>
                <a:moveTo>
                  <a:pt x="122" y="159"/>
                </a:moveTo>
                <a:lnTo>
                  <a:pt x="105" y="167"/>
                </a:lnTo>
                <a:lnTo>
                  <a:pt x="97" y="150"/>
                </a:lnTo>
                <a:lnTo>
                  <a:pt x="113" y="142"/>
                </a:lnTo>
                <a:lnTo>
                  <a:pt x="122" y="159"/>
                </a:lnTo>
                <a:moveTo>
                  <a:pt x="105" y="167"/>
                </a:moveTo>
                <a:lnTo>
                  <a:pt x="88" y="175"/>
                </a:lnTo>
                <a:lnTo>
                  <a:pt x="80" y="159"/>
                </a:lnTo>
                <a:lnTo>
                  <a:pt x="97" y="150"/>
                </a:lnTo>
                <a:lnTo>
                  <a:pt x="105" y="167"/>
                </a:lnTo>
                <a:moveTo>
                  <a:pt x="88" y="175"/>
                </a:moveTo>
                <a:lnTo>
                  <a:pt x="70" y="184"/>
                </a:lnTo>
                <a:lnTo>
                  <a:pt x="62" y="167"/>
                </a:lnTo>
                <a:lnTo>
                  <a:pt x="80" y="159"/>
                </a:lnTo>
                <a:lnTo>
                  <a:pt x="88" y="175"/>
                </a:lnTo>
                <a:moveTo>
                  <a:pt x="70" y="184"/>
                </a:moveTo>
                <a:lnTo>
                  <a:pt x="54" y="192"/>
                </a:lnTo>
                <a:lnTo>
                  <a:pt x="45" y="175"/>
                </a:lnTo>
                <a:lnTo>
                  <a:pt x="62" y="167"/>
                </a:lnTo>
                <a:lnTo>
                  <a:pt x="70" y="184"/>
                </a:lnTo>
                <a:moveTo>
                  <a:pt x="54" y="192"/>
                </a:moveTo>
                <a:lnTo>
                  <a:pt x="37" y="201"/>
                </a:lnTo>
                <a:lnTo>
                  <a:pt x="29" y="184"/>
                </a:lnTo>
                <a:lnTo>
                  <a:pt x="45" y="175"/>
                </a:lnTo>
                <a:lnTo>
                  <a:pt x="54" y="192"/>
                </a:lnTo>
                <a:moveTo>
                  <a:pt x="37" y="201"/>
                </a:moveTo>
                <a:lnTo>
                  <a:pt x="20" y="209"/>
                </a:lnTo>
                <a:lnTo>
                  <a:pt x="12" y="192"/>
                </a:lnTo>
                <a:lnTo>
                  <a:pt x="29" y="184"/>
                </a:lnTo>
                <a:lnTo>
                  <a:pt x="37" y="201"/>
                </a:lnTo>
                <a:moveTo>
                  <a:pt x="20" y="209"/>
                </a:moveTo>
                <a:lnTo>
                  <a:pt x="0" y="219"/>
                </a:lnTo>
                <a:lnTo>
                  <a:pt x="0" y="192"/>
                </a:lnTo>
                <a:lnTo>
                  <a:pt x="19" y="192"/>
                </a:lnTo>
                <a:lnTo>
                  <a:pt x="19" y="204"/>
                </a:lnTo>
                <a:lnTo>
                  <a:pt x="10" y="204"/>
                </a:lnTo>
                <a:lnTo>
                  <a:pt x="6" y="195"/>
                </a:lnTo>
                <a:lnTo>
                  <a:pt x="12" y="192"/>
                </a:lnTo>
                <a:lnTo>
                  <a:pt x="20" y="209"/>
                </a:lnTo>
                <a:moveTo>
                  <a:pt x="0" y="192"/>
                </a:moveTo>
                <a:lnTo>
                  <a:pt x="0" y="173"/>
                </a:lnTo>
                <a:lnTo>
                  <a:pt x="19" y="173"/>
                </a:lnTo>
                <a:lnTo>
                  <a:pt x="19" y="192"/>
                </a:lnTo>
                <a:lnTo>
                  <a:pt x="0" y="192"/>
                </a:lnTo>
                <a:moveTo>
                  <a:pt x="0" y="173"/>
                </a:moveTo>
                <a:lnTo>
                  <a:pt x="0" y="154"/>
                </a:lnTo>
                <a:lnTo>
                  <a:pt x="19" y="154"/>
                </a:lnTo>
                <a:lnTo>
                  <a:pt x="19" y="173"/>
                </a:lnTo>
                <a:lnTo>
                  <a:pt x="0" y="173"/>
                </a:lnTo>
                <a:moveTo>
                  <a:pt x="0" y="154"/>
                </a:moveTo>
                <a:lnTo>
                  <a:pt x="0" y="135"/>
                </a:lnTo>
                <a:lnTo>
                  <a:pt x="19" y="135"/>
                </a:lnTo>
                <a:lnTo>
                  <a:pt x="19" y="154"/>
                </a:lnTo>
                <a:lnTo>
                  <a:pt x="0" y="154"/>
                </a:lnTo>
                <a:moveTo>
                  <a:pt x="0" y="135"/>
                </a:moveTo>
                <a:lnTo>
                  <a:pt x="0" y="116"/>
                </a:lnTo>
                <a:lnTo>
                  <a:pt x="19" y="116"/>
                </a:lnTo>
                <a:lnTo>
                  <a:pt x="19" y="135"/>
                </a:lnTo>
                <a:lnTo>
                  <a:pt x="0" y="135"/>
                </a:lnTo>
                <a:moveTo>
                  <a:pt x="0" y="116"/>
                </a:moveTo>
                <a:lnTo>
                  <a:pt x="0" y="97"/>
                </a:lnTo>
                <a:lnTo>
                  <a:pt x="19" y="97"/>
                </a:lnTo>
                <a:lnTo>
                  <a:pt x="19" y="116"/>
                </a:lnTo>
                <a:lnTo>
                  <a:pt x="0" y="116"/>
                </a:lnTo>
                <a:moveTo>
                  <a:pt x="0" y="97"/>
                </a:moveTo>
                <a:lnTo>
                  <a:pt x="0" y="78"/>
                </a:lnTo>
                <a:lnTo>
                  <a:pt x="19" y="78"/>
                </a:lnTo>
                <a:lnTo>
                  <a:pt x="19" y="97"/>
                </a:lnTo>
                <a:lnTo>
                  <a:pt x="0" y="97"/>
                </a:lnTo>
                <a:moveTo>
                  <a:pt x="0" y="78"/>
                </a:moveTo>
                <a:lnTo>
                  <a:pt x="0" y="59"/>
                </a:lnTo>
                <a:lnTo>
                  <a:pt x="19" y="59"/>
                </a:lnTo>
                <a:lnTo>
                  <a:pt x="19" y="78"/>
                </a:lnTo>
                <a:lnTo>
                  <a:pt x="0" y="78"/>
                </a:lnTo>
                <a:moveTo>
                  <a:pt x="0" y="59"/>
                </a:moveTo>
                <a:lnTo>
                  <a:pt x="0" y="41"/>
                </a:lnTo>
                <a:lnTo>
                  <a:pt x="19" y="41"/>
                </a:lnTo>
                <a:lnTo>
                  <a:pt x="19" y="59"/>
                </a:lnTo>
                <a:lnTo>
                  <a:pt x="0" y="59"/>
                </a:lnTo>
                <a:moveTo>
                  <a:pt x="0" y="41"/>
                </a:moveTo>
                <a:lnTo>
                  <a:pt x="0" y="22"/>
                </a:lnTo>
                <a:lnTo>
                  <a:pt x="19" y="22"/>
                </a:lnTo>
                <a:lnTo>
                  <a:pt x="19" y="41"/>
                </a:lnTo>
                <a:lnTo>
                  <a:pt x="0" y="41"/>
                </a:lnTo>
                <a:moveTo>
                  <a:pt x="0" y="22"/>
                </a:moveTo>
                <a:lnTo>
                  <a:pt x="0" y="0"/>
                </a:lnTo>
                <a:lnTo>
                  <a:pt x="31" y="15"/>
                </a:lnTo>
                <a:lnTo>
                  <a:pt x="22" y="32"/>
                </a:lnTo>
                <a:lnTo>
                  <a:pt x="6" y="23"/>
                </a:lnTo>
                <a:lnTo>
                  <a:pt x="10" y="15"/>
                </a:lnTo>
                <a:lnTo>
                  <a:pt x="19" y="15"/>
                </a:lnTo>
                <a:lnTo>
                  <a:pt x="19" y="22"/>
                </a:lnTo>
                <a:lnTo>
                  <a:pt x="0" y="22"/>
                </a:lnTo>
                <a:close/>
              </a:path>
            </a:pathLst>
          </a:custGeom>
          <a:solidFill>
            <a:srgbClr val="7fbf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8688600" y="2316600"/>
            <a:ext cx="574200" cy="267120"/>
          </a:xfrm>
          <a:custGeom>
            <a:avLst/>
            <a:gdLst/>
            <a:ahLst/>
            <a:rect l="0" t="0" r="r" b="b"/>
            <a:pathLst>
              <a:path fill="none" w="1595" h="742">
                <a:moveTo>
                  <a:pt x="0" y="0"/>
                </a:moveTo>
                <a:lnTo>
                  <a:pt x="183" y="124"/>
                </a:lnTo>
                <a:cubicBezTo>
                  <a:pt x="367" y="247"/>
                  <a:pt x="735" y="494"/>
                  <a:pt x="1000" y="619"/>
                </a:cubicBezTo>
                <a:cubicBezTo>
                  <a:pt x="1266" y="742"/>
                  <a:pt x="1430" y="742"/>
                  <a:pt x="1512" y="742"/>
                </a:cubicBezTo>
                <a:lnTo>
                  <a:pt x="1595" y="742"/>
                </a:lnTo>
              </a:path>
            </a:pathLst>
          </a:custGeom>
          <a:ln w="8280">
            <a:solidFill>
              <a:srgbClr val="7fbf9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9228600" y="2549520"/>
            <a:ext cx="67680" cy="68040"/>
          </a:xfrm>
          <a:custGeom>
            <a:avLst/>
            <a:gdLst/>
            <a:ahLst/>
            <a:rect l="0" t="0" r="r" b="b"/>
            <a:pathLst>
              <a:path w="188" h="189">
                <a:moveTo>
                  <a:pt x="0" y="0"/>
                </a:moveTo>
                <a:lnTo>
                  <a:pt x="188" y="94"/>
                </a:lnTo>
                <a:lnTo>
                  <a:pt x="0" y="189"/>
                </a:lnTo>
                <a:lnTo>
                  <a:pt x="0" y="0"/>
                </a:lnTo>
                <a:close/>
              </a:path>
            </a:pathLst>
          </a:custGeom>
          <a:solidFill>
            <a:srgbClr val="7fbf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9225000" y="2544120"/>
            <a:ext cx="78840" cy="78840"/>
          </a:xfrm>
          <a:custGeom>
            <a:avLst/>
            <a:gdLst/>
            <a:ahLst/>
            <a:rect l="0" t="0" r="r" b="b"/>
            <a:pathLst>
              <a:path w="219" h="219">
                <a:moveTo>
                  <a:pt x="31" y="15"/>
                </a:moveTo>
                <a:lnTo>
                  <a:pt x="47" y="25"/>
                </a:lnTo>
                <a:lnTo>
                  <a:pt x="39" y="42"/>
                </a:lnTo>
                <a:lnTo>
                  <a:pt x="22" y="33"/>
                </a:lnTo>
                <a:lnTo>
                  <a:pt x="31" y="15"/>
                </a:lnTo>
                <a:moveTo>
                  <a:pt x="47" y="25"/>
                </a:moveTo>
                <a:lnTo>
                  <a:pt x="64" y="33"/>
                </a:lnTo>
                <a:lnTo>
                  <a:pt x="56" y="50"/>
                </a:lnTo>
                <a:lnTo>
                  <a:pt x="39" y="42"/>
                </a:lnTo>
                <a:lnTo>
                  <a:pt x="47" y="25"/>
                </a:lnTo>
                <a:moveTo>
                  <a:pt x="64" y="33"/>
                </a:moveTo>
                <a:lnTo>
                  <a:pt x="81" y="42"/>
                </a:lnTo>
                <a:lnTo>
                  <a:pt x="73" y="58"/>
                </a:lnTo>
                <a:lnTo>
                  <a:pt x="56" y="50"/>
                </a:lnTo>
                <a:lnTo>
                  <a:pt x="64" y="33"/>
                </a:lnTo>
                <a:moveTo>
                  <a:pt x="81" y="42"/>
                </a:moveTo>
                <a:lnTo>
                  <a:pt x="98" y="50"/>
                </a:lnTo>
                <a:lnTo>
                  <a:pt x="89" y="67"/>
                </a:lnTo>
                <a:lnTo>
                  <a:pt x="73" y="58"/>
                </a:lnTo>
                <a:lnTo>
                  <a:pt x="81" y="42"/>
                </a:lnTo>
                <a:moveTo>
                  <a:pt x="98" y="50"/>
                </a:moveTo>
                <a:lnTo>
                  <a:pt x="115" y="58"/>
                </a:lnTo>
                <a:lnTo>
                  <a:pt x="106" y="75"/>
                </a:lnTo>
                <a:lnTo>
                  <a:pt x="89" y="67"/>
                </a:lnTo>
                <a:lnTo>
                  <a:pt x="98" y="50"/>
                </a:lnTo>
                <a:moveTo>
                  <a:pt x="115" y="58"/>
                </a:moveTo>
                <a:lnTo>
                  <a:pt x="131" y="67"/>
                </a:lnTo>
                <a:lnTo>
                  <a:pt x="123" y="83"/>
                </a:lnTo>
                <a:lnTo>
                  <a:pt x="106" y="75"/>
                </a:lnTo>
                <a:lnTo>
                  <a:pt x="115" y="58"/>
                </a:lnTo>
                <a:moveTo>
                  <a:pt x="131" y="67"/>
                </a:moveTo>
                <a:lnTo>
                  <a:pt x="148" y="75"/>
                </a:lnTo>
                <a:lnTo>
                  <a:pt x="140" y="92"/>
                </a:lnTo>
                <a:lnTo>
                  <a:pt x="123" y="83"/>
                </a:lnTo>
                <a:lnTo>
                  <a:pt x="131" y="67"/>
                </a:lnTo>
                <a:moveTo>
                  <a:pt x="148" y="75"/>
                </a:moveTo>
                <a:lnTo>
                  <a:pt x="165" y="83"/>
                </a:lnTo>
                <a:lnTo>
                  <a:pt x="157" y="100"/>
                </a:lnTo>
                <a:lnTo>
                  <a:pt x="140" y="92"/>
                </a:lnTo>
                <a:lnTo>
                  <a:pt x="148" y="75"/>
                </a:lnTo>
                <a:moveTo>
                  <a:pt x="165" y="83"/>
                </a:moveTo>
                <a:lnTo>
                  <a:pt x="182" y="92"/>
                </a:lnTo>
                <a:lnTo>
                  <a:pt x="173" y="109"/>
                </a:lnTo>
                <a:lnTo>
                  <a:pt x="157" y="100"/>
                </a:lnTo>
                <a:lnTo>
                  <a:pt x="165" y="83"/>
                </a:lnTo>
                <a:moveTo>
                  <a:pt x="182" y="92"/>
                </a:moveTo>
                <a:lnTo>
                  <a:pt x="199" y="100"/>
                </a:lnTo>
                <a:lnTo>
                  <a:pt x="190" y="117"/>
                </a:lnTo>
                <a:lnTo>
                  <a:pt x="173" y="109"/>
                </a:lnTo>
                <a:lnTo>
                  <a:pt x="182" y="92"/>
                </a:lnTo>
                <a:moveTo>
                  <a:pt x="199" y="100"/>
                </a:moveTo>
                <a:lnTo>
                  <a:pt x="219" y="110"/>
                </a:lnTo>
                <a:lnTo>
                  <a:pt x="188" y="125"/>
                </a:lnTo>
                <a:lnTo>
                  <a:pt x="179" y="109"/>
                </a:lnTo>
                <a:lnTo>
                  <a:pt x="193" y="102"/>
                </a:lnTo>
                <a:lnTo>
                  <a:pt x="197" y="110"/>
                </a:lnTo>
                <a:lnTo>
                  <a:pt x="193" y="119"/>
                </a:lnTo>
                <a:lnTo>
                  <a:pt x="190" y="117"/>
                </a:lnTo>
                <a:lnTo>
                  <a:pt x="199" y="100"/>
                </a:lnTo>
                <a:moveTo>
                  <a:pt x="188" y="125"/>
                </a:moveTo>
                <a:lnTo>
                  <a:pt x="171" y="134"/>
                </a:lnTo>
                <a:lnTo>
                  <a:pt x="163" y="117"/>
                </a:lnTo>
                <a:lnTo>
                  <a:pt x="179" y="109"/>
                </a:lnTo>
                <a:lnTo>
                  <a:pt x="188" y="125"/>
                </a:lnTo>
                <a:moveTo>
                  <a:pt x="171" y="134"/>
                </a:moveTo>
                <a:lnTo>
                  <a:pt x="154" y="142"/>
                </a:lnTo>
                <a:lnTo>
                  <a:pt x="146" y="125"/>
                </a:lnTo>
                <a:lnTo>
                  <a:pt x="163" y="117"/>
                </a:lnTo>
                <a:lnTo>
                  <a:pt x="171" y="134"/>
                </a:lnTo>
                <a:moveTo>
                  <a:pt x="154" y="142"/>
                </a:moveTo>
                <a:lnTo>
                  <a:pt x="137" y="151"/>
                </a:lnTo>
                <a:lnTo>
                  <a:pt x="129" y="134"/>
                </a:lnTo>
                <a:lnTo>
                  <a:pt x="146" y="125"/>
                </a:lnTo>
                <a:lnTo>
                  <a:pt x="154" y="142"/>
                </a:lnTo>
                <a:moveTo>
                  <a:pt x="137" y="151"/>
                </a:moveTo>
                <a:lnTo>
                  <a:pt x="121" y="159"/>
                </a:lnTo>
                <a:lnTo>
                  <a:pt x="112" y="142"/>
                </a:lnTo>
                <a:lnTo>
                  <a:pt x="129" y="134"/>
                </a:lnTo>
                <a:lnTo>
                  <a:pt x="137" y="151"/>
                </a:lnTo>
                <a:moveTo>
                  <a:pt x="121" y="159"/>
                </a:moveTo>
                <a:lnTo>
                  <a:pt x="104" y="167"/>
                </a:lnTo>
                <a:lnTo>
                  <a:pt x="95" y="151"/>
                </a:lnTo>
                <a:lnTo>
                  <a:pt x="112" y="142"/>
                </a:lnTo>
                <a:lnTo>
                  <a:pt x="121" y="159"/>
                </a:lnTo>
                <a:moveTo>
                  <a:pt x="104" y="167"/>
                </a:moveTo>
                <a:lnTo>
                  <a:pt x="87" y="176"/>
                </a:lnTo>
                <a:lnTo>
                  <a:pt x="79" y="159"/>
                </a:lnTo>
                <a:lnTo>
                  <a:pt x="95" y="151"/>
                </a:lnTo>
                <a:lnTo>
                  <a:pt x="104" y="167"/>
                </a:lnTo>
                <a:moveTo>
                  <a:pt x="87" y="176"/>
                </a:moveTo>
                <a:lnTo>
                  <a:pt x="70" y="184"/>
                </a:lnTo>
                <a:lnTo>
                  <a:pt x="62" y="167"/>
                </a:lnTo>
                <a:lnTo>
                  <a:pt x="79" y="159"/>
                </a:lnTo>
                <a:lnTo>
                  <a:pt x="87" y="176"/>
                </a:lnTo>
                <a:moveTo>
                  <a:pt x="70" y="184"/>
                </a:moveTo>
                <a:lnTo>
                  <a:pt x="53" y="193"/>
                </a:lnTo>
                <a:lnTo>
                  <a:pt x="45" y="176"/>
                </a:lnTo>
                <a:lnTo>
                  <a:pt x="62" y="167"/>
                </a:lnTo>
                <a:lnTo>
                  <a:pt x="70" y="184"/>
                </a:lnTo>
                <a:moveTo>
                  <a:pt x="53" y="193"/>
                </a:moveTo>
                <a:lnTo>
                  <a:pt x="37" y="201"/>
                </a:lnTo>
                <a:lnTo>
                  <a:pt x="28" y="184"/>
                </a:lnTo>
                <a:lnTo>
                  <a:pt x="45" y="176"/>
                </a:lnTo>
                <a:lnTo>
                  <a:pt x="53" y="193"/>
                </a:lnTo>
                <a:moveTo>
                  <a:pt x="37" y="201"/>
                </a:moveTo>
                <a:lnTo>
                  <a:pt x="20" y="209"/>
                </a:lnTo>
                <a:lnTo>
                  <a:pt x="12" y="193"/>
                </a:lnTo>
                <a:lnTo>
                  <a:pt x="28" y="184"/>
                </a:lnTo>
                <a:lnTo>
                  <a:pt x="37" y="201"/>
                </a:lnTo>
                <a:moveTo>
                  <a:pt x="20" y="209"/>
                </a:moveTo>
                <a:lnTo>
                  <a:pt x="0" y="219"/>
                </a:lnTo>
                <a:lnTo>
                  <a:pt x="0" y="192"/>
                </a:lnTo>
                <a:lnTo>
                  <a:pt x="19" y="192"/>
                </a:lnTo>
                <a:lnTo>
                  <a:pt x="19" y="204"/>
                </a:lnTo>
                <a:lnTo>
                  <a:pt x="10" y="204"/>
                </a:lnTo>
                <a:lnTo>
                  <a:pt x="5" y="196"/>
                </a:lnTo>
                <a:lnTo>
                  <a:pt x="12" y="193"/>
                </a:lnTo>
                <a:lnTo>
                  <a:pt x="20" y="209"/>
                </a:lnTo>
                <a:moveTo>
                  <a:pt x="0" y="192"/>
                </a:moveTo>
                <a:lnTo>
                  <a:pt x="0" y="173"/>
                </a:lnTo>
                <a:lnTo>
                  <a:pt x="19" y="173"/>
                </a:lnTo>
                <a:lnTo>
                  <a:pt x="19" y="192"/>
                </a:lnTo>
                <a:lnTo>
                  <a:pt x="0" y="192"/>
                </a:lnTo>
                <a:moveTo>
                  <a:pt x="0" y="173"/>
                </a:moveTo>
                <a:lnTo>
                  <a:pt x="0" y="154"/>
                </a:lnTo>
                <a:lnTo>
                  <a:pt x="19" y="154"/>
                </a:lnTo>
                <a:lnTo>
                  <a:pt x="19" y="173"/>
                </a:lnTo>
                <a:lnTo>
                  <a:pt x="0" y="173"/>
                </a:lnTo>
                <a:moveTo>
                  <a:pt x="0" y="154"/>
                </a:moveTo>
                <a:lnTo>
                  <a:pt x="0" y="136"/>
                </a:lnTo>
                <a:lnTo>
                  <a:pt x="19" y="136"/>
                </a:lnTo>
                <a:lnTo>
                  <a:pt x="19" y="154"/>
                </a:lnTo>
                <a:lnTo>
                  <a:pt x="0" y="154"/>
                </a:lnTo>
                <a:moveTo>
                  <a:pt x="0" y="136"/>
                </a:moveTo>
                <a:lnTo>
                  <a:pt x="0" y="117"/>
                </a:lnTo>
                <a:lnTo>
                  <a:pt x="19" y="117"/>
                </a:lnTo>
                <a:lnTo>
                  <a:pt x="19" y="136"/>
                </a:lnTo>
                <a:lnTo>
                  <a:pt x="0" y="136"/>
                </a:lnTo>
                <a:moveTo>
                  <a:pt x="0" y="117"/>
                </a:moveTo>
                <a:lnTo>
                  <a:pt x="0" y="98"/>
                </a:lnTo>
                <a:lnTo>
                  <a:pt x="19" y="98"/>
                </a:lnTo>
                <a:lnTo>
                  <a:pt x="19" y="117"/>
                </a:lnTo>
                <a:lnTo>
                  <a:pt x="0" y="117"/>
                </a:lnTo>
                <a:moveTo>
                  <a:pt x="0" y="98"/>
                </a:moveTo>
                <a:lnTo>
                  <a:pt x="0" y="79"/>
                </a:lnTo>
                <a:lnTo>
                  <a:pt x="19" y="79"/>
                </a:lnTo>
                <a:lnTo>
                  <a:pt x="19" y="98"/>
                </a:lnTo>
                <a:lnTo>
                  <a:pt x="0" y="98"/>
                </a:lnTo>
                <a:moveTo>
                  <a:pt x="0" y="79"/>
                </a:moveTo>
                <a:lnTo>
                  <a:pt x="0" y="61"/>
                </a:lnTo>
                <a:lnTo>
                  <a:pt x="19" y="61"/>
                </a:lnTo>
                <a:lnTo>
                  <a:pt x="19" y="79"/>
                </a:lnTo>
                <a:lnTo>
                  <a:pt x="0" y="79"/>
                </a:lnTo>
                <a:moveTo>
                  <a:pt x="0" y="61"/>
                </a:moveTo>
                <a:lnTo>
                  <a:pt x="0" y="42"/>
                </a:lnTo>
                <a:lnTo>
                  <a:pt x="19" y="42"/>
                </a:lnTo>
                <a:lnTo>
                  <a:pt x="19" y="61"/>
                </a:lnTo>
                <a:lnTo>
                  <a:pt x="0" y="61"/>
                </a:lnTo>
                <a:moveTo>
                  <a:pt x="0" y="42"/>
                </a:moveTo>
                <a:lnTo>
                  <a:pt x="0" y="23"/>
                </a:lnTo>
                <a:lnTo>
                  <a:pt x="19" y="23"/>
                </a:lnTo>
                <a:lnTo>
                  <a:pt x="19" y="42"/>
                </a:lnTo>
                <a:lnTo>
                  <a:pt x="0" y="42"/>
                </a:lnTo>
                <a:moveTo>
                  <a:pt x="0" y="23"/>
                </a:moveTo>
                <a:lnTo>
                  <a:pt x="0" y="0"/>
                </a:lnTo>
                <a:lnTo>
                  <a:pt x="31" y="15"/>
                </a:lnTo>
                <a:lnTo>
                  <a:pt x="22" y="33"/>
                </a:lnTo>
                <a:lnTo>
                  <a:pt x="5" y="25"/>
                </a:lnTo>
                <a:lnTo>
                  <a:pt x="10" y="15"/>
                </a:lnTo>
                <a:lnTo>
                  <a:pt x="19" y="15"/>
                </a:lnTo>
                <a:lnTo>
                  <a:pt x="19" y="23"/>
                </a:lnTo>
                <a:lnTo>
                  <a:pt x="0" y="23"/>
                </a:lnTo>
                <a:close/>
              </a:path>
            </a:pathLst>
          </a:custGeom>
          <a:solidFill>
            <a:srgbClr val="7fbf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1763280" y="1890720"/>
            <a:ext cx="1602360" cy="482040"/>
          </a:xfrm>
          <a:custGeom>
            <a:avLst/>
            <a:gdLst/>
            <a:ahLst/>
            <a:rect l="0" t="0" r="r" b="b"/>
            <a:pathLst>
              <a:path w="4451" h="1339">
                <a:moveTo>
                  <a:pt x="0" y="0"/>
                </a:moveTo>
                <a:lnTo>
                  <a:pt x="4451" y="0"/>
                </a:lnTo>
                <a:lnTo>
                  <a:pt x="4451" y="1339"/>
                </a:lnTo>
                <a:lnTo>
                  <a:pt x="0" y="1339"/>
                </a:lnTo>
                <a:lnTo>
                  <a:pt x="0" y="0"/>
                </a:lnTo>
                <a:close/>
              </a:path>
            </a:pathLst>
          </a:custGeom>
          <a:solidFill>
            <a:srgbClr val="204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1763280" y="1890720"/>
            <a:ext cx="1602360" cy="482040"/>
          </a:xfrm>
          <a:custGeom>
            <a:avLst/>
            <a:gdLst/>
            <a:ahLst/>
            <a:rect l="0" t="0" r="r" b="b"/>
            <a:pathLst>
              <a:path w="4451" h="1339">
                <a:moveTo>
                  <a:pt x="0" y="0"/>
                </a:moveTo>
                <a:lnTo>
                  <a:pt x="4451" y="0"/>
                </a:lnTo>
                <a:lnTo>
                  <a:pt x="4451" y="1339"/>
                </a:lnTo>
                <a:lnTo>
                  <a:pt x="0" y="1339"/>
                </a:lnTo>
                <a:lnTo>
                  <a:pt x="0" y="0"/>
                </a:lnTo>
                <a:close/>
              </a:path>
            </a:pathLst>
          </a:custGeom>
          <a:noFill/>
          <a:ln w="8280">
            <a:solidFill>
              <a:srgbClr val="009b3e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609480" y="584640"/>
            <a:ext cx="442800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550" spc="-1" strike="noStrike">
                <a:solidFill>
                  <a:srgbClr val="fffeff"/>
                </a:solidFill>
                <a:latin typeface="RobotoSlab"/>
                <a:ea typeface="RobotoSlab"/>
              </a:rPr>
              <a:t>Mermaid — themed to match</a:t>
            </a:r>
            <a:endParaRPr b="0" lang="en-US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3787560" y="1890720"/>
            <a:ext cx="1369080" cy="482040"/>
          </a:xfrm>
          <a:custGeom>
            <a:avLst/>
            <a:gdLst/>
            <a:ahLst/>
            <a:rect l="0" t="0" r="r" b="b"/>
            <a:pathLst>
              <a:path w="3803" h="1339">
                <a:moveTo>
                  <a:pt x="0" y="0"/>
                </a:moveTo>
                <a:lnTo>
                  <a:pt x="3803" y="0"/>
                </a:lnTo>
                <a:lnTo>
                  <a:pt x="3803" y="1339"/>
                </a:lnTo>
                <a:lnTo>
                  <a:pt x="0" y="1339"/>
                </a:lnTo>
                <a:lnTo>
                  <a:pt x="0" y="0"/>
                </a:lnTo>
                <a:close/>
              </a:path>
            </a:pathLst>
          </a:custGeom>
          <a:solidFill>
            <a:srgbClr val="204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3787560" y="1890720"/>
            <a:ext cx="1369080" cy="482040"/>
          </a:xfrm>
          <a:custGeom>
            <a:avLst/>
            <a:gdLst/>
            <a:ahLst/>
            <a:rect l="0" t="0" r="r" b="b"/>
            <a:pathLst>
              <a:path w="3803" h="1339">
                <a:moveTo>
                  <a:pt x="0" y="0"/>
                </a:moveTo>
                <a:lnTo>
                  <a:pt x="3803" y="0"/>
                </a:lnTo>
                <a:lnTo>
                  <a:pt x="3803" y="1339"/>
                </a:lnTo>
                <a:lnTo>
                  <a:pt x="0" y="1339"/>
                </a:lnTo>
                <a:lnTo>
                  <a:pt x="0" y="0"/>
                </a:lnTo>
                <a:close/>
              </a:path>
            </a:pathLst>
          </a:custGeom>
          <a:noFill/>
          <a:ln w="8280">
            <a:solidFill>
              <a:srgbClr val="009b3e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2016720" y="2015640"/>
            <a:ext cx="11923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fffeff"/>
                </a:solidFill>
                <a:latin typeface="SourceSans3"/>
                <a:ea typeface="SourceSans3"/>
              </a:rPr>
              <a:t>Write Markdown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5578920" y="1890720"/>
            <a:ext cx="1951920" cy="482040"/>
          </a:xfrm>
          <a:custGeom>
            <a:avLst/>
            <a:gdLst/>
            <a:ahLst/>
            <a:rect l="0" t="0" r="r" b="b"/>
            <a:pathLst>
              <a:path w="5422" h="1339">
                <a:moveTo>
                  <a:pt x="0" y="0"/>
                </a:moveTo>
                <a:lnTo>
                  <a:pt x="5422" y="0"/>
                </a:lnTo>
                <a:lnTo>
                  <a:pt x="5422" y="1339"/>
                </a:lnTo>
                <a:lnTo>
                  <a:pt x="0" y="1339"/>
                </a:lnTo>
                <a:lnTo>
                  <a:pt x="0" y="0"/>
                </a:lnTo>
                <a:close/>
              </a:path>
            </a:pathLst>
          </a:custGeom>
          <a:solidFill>
            <a:srgbClr val="204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5578920" y="1890720"/>
            <a:ext cx="1951920" cy="482040"/>
          </a:xfrm>
          <a:custGeom>
            <a:avLst/>
            <a:gdLst/>
            <a:ahLst/>
            <a:rect l="0" t="0" r="r" b="b"/>
            <a:pathLst>
              <a:path w="5422" h="1339">
                <a:moveTo>
                  <a:pt x="0" y="0"/>
                </a:moveTo>
                <a:lnTo>
                  <a:pt x="5422" y="0"/>
                </a:lnTo>
                <a:lnTo>
                  <a:pt x="5422" y="1339"/>
                </a:lnTo>
                <a:lnTo>
                  <a:pt x="0" y="1339"/>
                </a:lnTo>
                <a:lnTo>
                  <a:pt x="0" y="0"/>
                </a:lnTo>
                <a:close/>
              </a:path>
            </a:pathLst>
          </a:custGeom>
          <a:noFill/>
          <a:ln w="8280">
            <a:solidFill>
              <a:srgbClr val="009b3e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4041360" y="2015640"/>
            <a:ext cx="8953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fffeff"/>
                </a:solidFill>
                <a:latin typeface="SourceSans3"/>
                <a:ea typeface="SourceSans3"/>
              </a:rPr>
              <a:t>Pick a layout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7957080" y="1671120"/>
            <a:ext cx="921240" cy="921240"/>
          </a:xfrm>
          <a:custGeom>
            <a:avLst/>
            <a:gdLst/>
            <a:ahLst/>
            <a:rect l="0" t="0" r="r" b="b"/>
            <a:pathLst>
              <a:path w="2559" h="2559">
                <a:moveTo>
                  <a:pt x="1279" y="2559"/>
                </a:moveTo>
                <a:lnTo>
                  <a:pt x="2559" y="1279"/>
                </a:lnTo>
                <a:lnTo>
                  <a:pt x="1279" y="0"/>
                </a:lnTo>
                <a:lnTo>
                  <a:pt x="0" y="1279"/>
                </a:lnTo>
                <a:lnTo>
                  <a:pt x="1279" y="2559"/>
                </a:lnTo>
                <a:close/>
              </a:path>
            </a:pathLst>
          </a:custGeom>
          <a:solidFill>
            <a:srgbClr val="204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7957080" y="1671120"/>
            <a:ext cx="921240" cy="921240"/>
          </a:xfrm>
          <a:custGeom>
            <a:avLst/>
            <a:gdLst/>
            <a:ahLst/>
            <a:rect l="0" t="0" r="r" b="b"/>
            <a:pathLst>
              <a:path w="2559" h="2559">
                <a:moveTo>
                  <a:pt x="1279" y="2559"/>
                </a:moveTo>
                <a:lnTo>
                  <a:pt x="2559" y="1279"/>
                </a:lnTo>
                <a:lnTo>
                  <a:pt x="1279" y="0"/>
                </a:lnTo>
                <a:lnTo>
                  <a:pt x="0" y="1279"/>
                </a:lnTo>
                <a:lnTo>
                  <a:pt x="1279" y="2559"/>
                </a:lnTo>
                <a:close/>
              </a:path>
            </a:pathLst>
          </a:custGeom>
          <a:noFill/>
          <a:ln w="8280">
            <a:solidFill>
              <a:srgbClr val="009b3e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5832360" y="2015640"/>
            <a:ext cx="15339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fffeff"/>
                </a:solidFill>
                <a:latin typeface="SourceSans3"/>
                <a:ea typeface="SourceSans3"/>
              </a:rPr>
              <a:t>Add a mermaid fence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9342720" y="1438920"/>
            <a:ext cx="811080" cy="481680"/>
          </a:xfrm>
          <a:custGeom>
            <a:avLst/>
            <a:gdLst/>
            <a:ahLst/>
            <a:rect l="0" t="0" r="r" b="b"/>
            <a:pathLst>
              <a:path w="2253" h="1338">
                <a:moveTo>
                  <a:pt x="0" y="0"/>
                </a:moveTo>
                <a:lnTo>
                  <a:pt x="2253" y="0"/>
                </a:lnTo>
                <a:lnTo>
                  <a:pt x="2253" y="1338"/>
                </a:lnTo>
                <a:lnTo>
                  <a:pt x="0" y="1338"/>
                </a:lnTo>
                <a:lnTo>
                  <a:pt x="0" y="0"/>
                </a:lnTo>
                <a:close/>
              </a:path>
            </a:pathLst>
          </a:custGeom>
          <a:solidFill>
            <a:srgbClr val="204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9342720" y="1438920"/>
            <a:ext cx="811080" cy="481680"/>
          </a:xfrm>
          <a:custGeom>
            <a:avLst/>
            <a:gdLst/>
            <a:ahLst/>
            <a:rect l="0" t="0" r="r" b="b"/>
            <a:pathLst>
              <a:path w="2253" h="1338">
                <a:moveTo>
                  <a:pt x="0" y="0"/>
                </a:moveTo>
                <a:lnTo>
                  <a:pt x="2253" y="0"/>
                </a:lnTo>
                <a:lnTo>
                  <a:pt x="2253" y="1338"/>
                </a:lnTo>
                <a:lnTo>
                  <a:pt x="0" y="1338"/>
                </a:lnTo>
                <a:lnTo>
                  <a:pt x="0" y="0"/>
                </a:lnTo>
                <a:close/>
              </a:path>
            </a:pathLst>
          </a:custGeom>
          <a:noFill/>
          <a:ln w="8280">
            <a:solidFill>
              <a:srgbClr val="009b3e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8193600" y="2015640"/>
            <a:ext cx="4687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fffeff"/>
                </a:solidFill>
                <a:latin typeface="SourceSans3"/>
                <a:ea typeface="SourceSans3"/>
              </a:rPr>
              <a:t>Export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9295920" y="2342880"/>
            <a:ext cx="904320" cy="481680"/>
          </a:xfrm>
          <a:custGeom>
            <a:avLst/>
            <a:gdLst/>
            <a:ahLst/>
            <a:rect l="0" t="0" r="r" b="b"/>
            <a:pathLst>
              <a:path w="2512" h="1338">
                <a:moveTo>
                  <a:pt x="0" y="0"/>
                </a:moveTo>
                <a:lnTo>
                  <a:pt x="2512" y="0"/>
                </a:lnTo>
                <a:lnTo>
                  <a:pt x="2512" y="1338"/>
                </a:lnTo>
                <a:lnTo>
                  <a:pt x="0" y="1338"/>
                </a:lnTo>
                <a:lnTo>
                  <a:pt x="0" y="0"/>
                </a:lnTo>
                <a:close/>
              </a:path>
            </a:pathLst>
          </a:custGeom>
          <a:solidFill>
            <a:srgbClr val="204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9295920" y="2342880"/>
            <a:ext cx="904320" cy="481680"/>
          </a:xfrm>
          <a:custGeom>
            <a:avLst/>
            <a:gdLst/>
            <a:ahLst/>
            <a:rect l="0" t="0" r="r" b="b"/>
            <a:pathLst>
              <a:path w="2512" h="1338">
                <a:moveTo>
                  <a:pt x="0" y="0"/>
                </a:moveTo>
                <a:lnTo>
                  <a:pt x="2512" y="0"/>
                </a:lnTo>
                <a:lnTo>
                  <a:pt x="2512" y="1338"/>
                </a:lnTo>
                <a:lnTo>
                  <a:pt x="0" y="1338"/>
                </a:lnTo>
                <a:lnTo>
                  <a:pt x="0" y="0"/>
                </a:lnTo>
                <a:close/>
              </a:path>
            </a:pathLst>
          </a:custGeom>
          <a:noFill/>
          <a:ln w="8280">
            <a:solidFill>
              <a:srgbClr val="009b3e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9596160" y="1563840"/>
            <a:ext cx="2826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fffeff"/>
                </a:solidFill>
                <a:latin typeface="SourceSans3"/>
                <a:ea typeface="SourceSans3"/>
              </a:rPr>
              <a:t>PDF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9549720" y="2467440"/>
            <a:ext cx="358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fffeff"/>
                </a:solidFill>
                <a:latin typeface="SourceSans3"/>
                <a:ea typeface="SourceSans3"/>
              </a:rPr>
              <a:t>PPTX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1923840" y="3095280"/>
            <a:ext cx="2143440" cy="219600"/>
          </a:xfrm>
          <a:custGeom>
            <a:avLst/>
            <a:gdLst/>
            <a:ahLst/>
            <a:rect l="0" t="0" r="r" b="b"/>
            <a:pathLst>
              <a:path w="5954" h="610">
                <a:moveTo>
                  <a:pt x="0" y="504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lnTo>
                  <a:pt x="5848" y="0"/>
                </a:lnTo>
                <a:cubicBezTo>
                  <a:pt x="5862" y="0"/>
                  <a:pt x="5876" y="3"/>
                  <a:pt x="5889" y="9"/>
                </a:cubicBezTo>
                <a:cubicBezTo>
                  <a:pt x="5902" y="14"/>
                  <a:pt x="5913" y="22"/>
                  <a:pt x="5923" y="31"/>
                </a:cubicBezTo>
                <a:cubicBezTo>
                  <a:pt x="5933" y="41"/>
                  <a:pt x="5941" y="53"/>
                  <a:pt x="5946" y="66"/>
                </a:cubicBezTo>
                <a:cubicBezTo>
                  <a:pt x="5952" y="79"/>
                  <a:pt x="5954" y="92"/>
                  <a:pt x="5954" y="106"/>
                </a:cubicBezTo>
                <a:lnTo>
                  <a:pt x="5954" y="504"/>
                </a:lnTo>
                <a:cubicBezTo>
                  <a:pt x="5954" y="518"/>
                  <a:pt x="5952" y="532"/>
                  <a:pt x="5946" y="545"/>
                </a:cubicBezTo>
                <a:cubicBezTo>
                  <a:pt x="5941" y="558"/>
                  <a:pt x="5933" y="569"/>
                  <a:pt x="5923" y="579"/>
                </a:cubicBezTo>
                <a:cubicBezTo>
                  <a:pt x="5913" y="589"/>
                  <a:pt x="5902" y="597"/>
                  <a:pt x="5889" y="602"/>
                </a:cubicBezTo>
                <a:cubicBezTo>
                  <a:pt x="5876" y="607"/>
                  <a:pt x="5862" y="610"/>
                  <a:pt x="5848" y="610"/>
                </a:cubicBezTo>
                <a:lnTo>
                  <a:pt x="106" y="610"/>
                </a:lnTo>
                <a:cubicBezTo>
                  <a:pt x="92" y="610"/>
                  <a:pt x="78" y="607"/>
                  <a:pt x="65" y="602"/>
                </a:cubicBezTo>
                <a:cubicBezTo>
                  <a:pt x="52" y="597"/>
                  <a:pt x="41" y="589"/>
                  <a:pt x="31" y="579"/>
                </a:cubicBezTo>
                <a:cubicBezTo>
                  <a:pt x="21" y="569"/>
                  <a:pt x="14" y="558"/>
                  <a:pt x="8" y="545"/>
                </a:cubicBezTo>
                <a:cubicBezTo>
                  <a:pt x="3" y="532"/>
                  <a:pt x="0" y="518"/>
                  <a:pt x="0" y="504"/>
                </a:cubicBezTo>
                <a:close/>
              </a:path>
            </a:pathLst>
          </a:custGeom>
          <a:solidFill>
            <a:srgbClr val="e7f3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609480" y="3045600"/>
            <a:ext cx="148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fffeff"/>
                </a:solidFill>
                <a:latin typeface="SourceSans3"/>
                <a:ea typeface="SourceSans3"/>
              </a:rPr>
              <a:t>The build reads 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1981080" y="3108600"/>
            <a:ext cx="20185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20" spc="-1" strike="noStrike">
                <a:solidFill>
                  <a:srgbClr val="204232"/>
                </a:solidFill>
                <a:latin typeface="DejaVuSansMono"/>
                <a:ea typeface="DejaVuSansMono"/>
              </a:rPr>
              <a:t>theme: woodmark-dark</a:t>
            </a:r>
            <a:endParaRPr b="0" lang="en-US" sz="13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4066920" y="3045600"/>
            <a:ext cx="4150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fffeff"/>
                </a:solidFill>
                <a:latin typeface="SourceSans3"/>
                <a:ea typeface="SourceSans3"/>
              </a:rPr>
              <a:t> </a:t>
            </a:r>
            <a:r>
              <a:rPr b="0" lang="en-US" sz="1560" spc="-1" strike="noStrike">
                <a:solidFill>
                  <a:srgbClr val="fffeff"/>
                </a:solidFill>
                <a:latin typeface="SourceSans3"/>
                <a:ea typeface="SourceSans3"/>
              </a:rPr>
              <a:t>and renders diagrams with the dark palette.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0" y="6438600"/>
            <a:ext cx="12192120" cy="419400"/>
          </a:xfrm>
          <a:custGeom>
            <a:avLst/>
            <a:gdLst/>
            <a:ahLst/>
            <a:rect l="0" t="0" r="r" b="b"/>
            <a:pathLst>
              <a:path w="33867" h="1165">
                <a:moveTo>
                  <a:pt x="0" y="0"/>
                </a:moveTo>
                <a:lnTo>
                  <a:pt x="33867" y="0"/>
                </a:lnTo>
                <a:lnTo>
                  <a:pt x="3386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204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609480" y="228240"/>
            <a:ext cx="37756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30" spc="-1" strike="noStrike">
                <a:solidFill>
                  <a:srgbClr val="e7f3e8"/>
                </a:solidFill>
                <a:latin typeface="SourceSans3"/>
                <a:ea typeface="SourceSans3"/>
              </a:rPr>
              <a:t>W O O D M A R K   M A R P   T E M P L A T E   —   D A R K</a:t>
            </a:r>
            <a:endParaRPr b="0" lang="en-US" sz="1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609480" y="6544080"/>
            <a:ext cx="677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eff"/>
                </a:solidFill>
                <a:latin typeface="SourceSans3"/>
                <a:ea typeface="SourceSans3"/>
              </a:rPr>
              <a:t>17.06.2026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1600560" y="6544080"/>
            <a:ext cx="4100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eff"/>
                </a:solidFill>
                <a:latin typeface="SourceSans3"/>
                <a:ea typeface="SourceSans3"/>
              </a:rPr>
              <a:t>Dark Theme Reference · Internal · © Woodmark Consulting GmbH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11255400" y="0"/>
            <a:ext cx="955440" cy="1028880"/>
          </a:xfrm>
          <a:custGeom>
            <a:avLst/>
            <a:gdLst/>
            <a:ahLst/>
            <a:rect l="0" t="0" r="r" b="b"/>
            <a:pathLst>
              <a:path w="2654" h="2858">
                <a:moveTo>
                  <a:pt x="0" y="0"/>
                </a:moveTo>
                <a:lnTo>
                  <a:pt x="2654" y="0"/>
                </a:lnTo>
                <a:lnTo>
                  <a:pt x="2654" y="2858"/>
                </a:lnTo>
                <a:lnTo>
                  <a:pt x="459" y="2858"/>
                </a:lnTo>
                <a:lnTo>
                  <a:pt x="0" y="0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11584080" y="151920"/>
            <a:ext cx="210240" cy="191880"/>
          </a:xfrm>
          <a:custGeom>
            <a:avLst/>
            <a:gdLst/>
            <a:ahLst/>
            <a:rect l="0" t="0" r="r" b="b"/>
            <a:pathLst>
              <a:path w="584" h="533">
                <a:moveTo>
                  <a:pt x="525" y="0"/>
                </a:moveTo>
                <a:cubicBezTo>
                  <a:pt x="406" y="39"/>
                  <a:pt x="295" y="96"/>
                  <a:pt x="206" y="165"/>
                </a:cubicBezTo>
                <a:cubicBezTo>
                  <a:pt x="107" y="240"/>
                  <a:pt x="40" y="327"/>
                  <a:pt x="9" y="417"/>
                </a:cubicBezTo>
                <a:cubicBezTo>
                  <a:pt x="7" y="423"/>
                  <a:pt x="1" y="452"/>
                  <a:pt x="0" y="461"/>
                </a:cubicBezTo>
                <a:cubicBezTo>
                  <a:pt x="17" y="471"/>
                  <a:pt x="89" y="495"/>
                  <a:pt x="144" y="512"/>
                </a:cubicBezTo>
                <a:cubicBezTo>
                  <a:pt x="174" y="522"/>
                  <a:pt x="195" y="529"/>
                  <a:pt x="208" y="533"/>
                </a:cubicBezTo>
                <a:cubicBezTo>
                  <a:pt x="201" y="432"/>
                  <a:pt x="234" y="331"/>
                  <a:pt x="304" y="242"/>
                </a:cubicBezTo>
                <a:cubicBezTo>
                  <a:pt x="369" y="158"/>
                  <a:pt x="466" y="85"/>
                  <a:pt x="584" y="32"/>
                </a:cubicBezTo>
                <a:cubicBezTo>
                  <a:pt x="566" y="22"/>
                  <a:pt x="538" y="8"/>
                  <a:pt x="5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11691720" y="164880"/>
            <a:ext cx="170280" cy="253800"/>
          </a:xfrm>
          <a:custGeom>
            <a:avLst/>
            <a:gdLst/>
            <a:ahLst/>
            <a:rect l="0" t="0" r="r" b="b"/>
            <a:pathLst>
              <a:path w="473" h="705">
                <a:moveTo>
                  <a:pt x="415" y="0"/>
                </a:moveTo>
                <a:cubicBezTo>
                  <a:pt x="324" y="32"/>
                  <a:pt x="251" y="83"/>
                  <a:pt x="188" y="130"/>
                </a:cubicBezTo>
                <a:cubicBezTo>
                  <a:pt x="114" y="185"/>
                  <a:pt x="61" y="248"/>
                  <a:pt x="30" y="318"/>
                </a:cubicBezTo>
                <a:cubicBezTo>
                  <a:pt x="9" y="365"/>
                  <a:pt x="-1" y="415"/>
                  <a:pt x="0" y="466"/>
                </a:cubicBezTo>
                <a:cubicBezTo>
                  <a:pt x="0" y="515"/>
                  <a:pt x="11" y="562"/>
                  <a:pt x="32" y="609"/>
                </a:cubicBezTo>
                <a:cubicBezTo>
                  <a:pt x="49" y="621"/>
                  <a:pt x="226" y="691"/>
                  <a:pt x="285" y="705"/>
                </a:cubicBezTo>
                <a:cubicBezTo>
                  <a:pt x="234" y="638"/>
                  <a:pt x="201" y="569"/>
                  <a:pt x="186" y="504"/>
                </a:cubicBezTo>
                <a:cubicBezTo>
                  <a:pt x="171" y="441"/>
                  <a:pt x="172" y="379"/>
                  <a:pt x="190" y="320"/>
                </a:cubicBezTo>
                <a:cubicBezTo>
                  <a:pt x="213" y="245"/>
                  <a:pt x="263" y="175"/>
                  <a:pt x="335" y="116"/>
                </a:cubicBezTo>
                <a:cubicBezTo>
                  <a:pt x="374" y="84"/>
                  <a:pt x="419" y="58"/>
                  <a:pt x="473" y="42"/>
                </a:cubicBezTo>
                <a:cubicBezTo>
                  <a:pt x="457" y="35"/>
                  <a:pt x="430" y="8"/>
                  <a:pt x="41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11788560" y="216360"/>
            <a:ext cx="154080" cy="243000"/>
          </a:xfrm>
          <a:custGeom>
            <a:avLst/>
            <a:gdLst/>
            <a:ahLst/>
            <a:rect l="0" t="0" r="r" b="b"/>
            <a:pathLst>
              <a:path w="428" h="675">
                <a:moveTo>
                  <a:pt x="186" y="0"/>
                </a:moveTo>
                <a:cubicBezTo>
                  <a:pt x="184" y="0"/>
                  <a:pt x="177" y="3"/>
                  <a:pt x="163" y="13"/>
                </a:cubicBezTo>
                <a:cubicBezTo>
                  <a:pt x="136" y="31"/>
                  <a:pt x="98" y="62"/>
                  <a:pt x="78" y="85"/>
                </a:cubicBezTo>
                <a:cubicBezTo>
                  <a:pt x="43" y="125"/>
                  <a:pt x="19" y="170"/>
                  <a:pt x="8" y="218"/>
                </a:cubicBezTo>
                <a:cubicBezTo>
                  <a:pt x="-16" y="321"/>
                  <a:pt x="14" y="434"/>
                  <a:pt x="93" y="535"/>
                </a:cubicBezTo>
                <a:cubicBezTo>
                  <a:pt x="135" y="588"/>
                  <a:pt x="170" y="625"/>
                  <a:pt x="215" y="663"/>
                </a:cubicBezTo>
                <a:cubicBezTo>
                  <a:pt x="229" y="666"/>
                  <a:pt x="314" y="670"/>
                  <a:pt x="377" y="673"/>
                </a:cubicBezTo>
                <a:cubicBezTo>
                  <a:pt x="399" y="674"/>
                  <a:pt x="416" y="675"/>
                  <a:pt x="428" y="675"/>
                </a:cubicBezTo>
                <a:cubicBezTo>
                  <a:pt x="360" y="628"/>
                  <a:pt x="302" y="580"/>
                  <a:pt x="267" y="540"/>
                </a:cubicBezTo>
                <a:cubicBezTo>
                  <a:pt x="221" y="489"/>
                  <a:pt x="187" y="434"/>
                  <a:pt x="165" y="377"/>
                </a:cubicBezTo>
                <a:cubicBezTo>
                  <a:pt x="143" y="319"/>
                  <a:pt x="136" y="263"/>
                  <a:pt x="143" y="210"/>
                </a:cubicBezTo>
                <a:cubicBezTo>
                  <a:pt x="152" y="147"/>
                  <a:pt x="182" y="86"/>
                  <a:pt x="231" y="39"/>
                </a:cubicBezTo>
                <a:cubicBezTo>
                  <a:pt x="230" y="39"/>
                  <a:pt x="197" y="3"/>
                  <a:pt x="18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11782800" y="6544080"/>
            <a:ext cx="132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eff"/>
                </a:solidFill>
                <a:latin typeface="SourceSans3"/>
                <a:ea typeface="SourceSans3"/>
              </a:rPr>
              <a:t>7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11551320" y="595080"/>
            <a:ext cx="4914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fff"/>
                </a:solidFill>
                <a:latin typeface="RobotoSlab"/>
                <a:ea typeface="RobotoSlab"/>
              </a:rPr>
              <a:t>Passion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11557080" y="760320"/>
            <a:ext cx="4791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fff"/>
                </a:solidFill>
                <a:latin typeface="RobotoSlab"/>
                <a:ea typeface="RobotoSlab"/>
              </a:rPr>
              <a:t>for data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204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1590480" y="0"/>
            <a:ext cx="10601640" cy="6858000"/>
          </a:xfrm>
          <a:custGeom>
            <a:avLst/>
            <a:gdLst/>
            <a:ahLst/>
            <a:rect l="0" t="0" r="r" b="b"/>
            <a:pathLst>
              <a:path w="29449" h="19050">
                <a:moveTo>
                  <a:pt x="0" y="0"/>
                </a:moveTo>
                <a:lnTo>
                  <a:pt x="29449" y="0"/>
                </a:lnTo>
                <a:lnTo>
                  <a:pt x="29449" y="19050"/>
                </a:lnTo>
                <a:lnTo>
                  <a:pt x="1693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2d5c4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1428480" y="0"/>
            <a:ext cx="686160" cy="6858000"/>
          </a:xfrm>
          <a:custGeom>
            <a:avLst/>
            <a:gdLst/>
            <a:ahLst/>
            <a:rect l="0" t="0" r="r" b="b"/>
            <a:pathLst>
              <a:path w="1906" h="19050">
                <a:moveTo>
                  <a:pt x="0" y="0"/>
                </a:moveTo>
                <a:lnTo>
                  <a:pt x="212" y="0"/>
                </a:lnTo>
                <a:lnTo>
                  <a:pt x="1906" y="19050"/>
                </a:lnTo>
                <a:lnTo>
                  <a:pt x="1695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3923280" y="2681640"/>
            <a:ext cx="4341240" cy="905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0" spc="-1" strike="noStrike">
                <a:solidFill>
                  <a:srgbClr val="fffeff"/>
                </a:solidFill>
                <a:latin typeface="RobotoSlab"/>
                <a:ea typeface="RobotoSlab"/>
              </a:rPr>
              <a:t>One bold idea</a:t>
            </a:r>
            <a:endParaRPr b="0" lang="en-US" sz="5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0" y="6438600"/>
            <a:ext cx="12192120" cy="419400"/>
          </a:xfrm>
          <a:custGeom>
            <a:avLst/>
            <a:gdLst/>
            <a:ahLst/>
            <a:rect l="0" t="0" r="r" b="b"/>
            <a:pathLst>
              <a:path w="33867" h="1165">
                <a:moveTo>
                  <a:pt x="0" y="0"/>
                </a:moveTo>
                <a:lnTo>
                  <a:pt x="33867" y="0"/>
                </a:lnTo>
                <a:lnTo>
                  <a:pt x="3386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204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5203080" y="3945240"/>
            <a:ext cx="202752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eff"/>
                </a:solidFill>
                <a:latin typeface="SourceSans3"/>
                <a:ea typeface="SourceSans3"/>
              </a:rPr>
              <a:t>on a dark canvas.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609480" y="6544080"/>
            <a:ext cx="677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eff"/>
                </a:solidFill>
                <a:latin typeface="SourceSans3"/>
                <a:ea typeface="SourceSans3"/>
              </a:rPr>
              <a:t>17.06.2026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11255400" y="0"/>
            <a:ext cx="955440" cy="1028880"/>
          </a:xfrm>
          <a:custGeom>
            <a:avLst/>
            <a:gdLst/>
            <a:ahLst/>
            <a:rect l="0" t="0" r="r" b="b"/>
            <a:pathLst>
              <a:path w="2654" h="2858">
                <a:moveTo>
                  <a:pt x="0" y="0"/>
                </a:moveTo>
                <a:lnTo>
                  <a:pt x="2654" y="0"/>
                </a:lnTo>
                <a:lnTo>
                  <a:pt x="2654" y="2858"/>
                </a:lnTo>
                <a:lnTo>
                  <a:pt x="459" y="2858"/>
                </a:lnTo>
                <a:lnTo>
                  <a:pt x="0" y="0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11584080" y="151920"/>
            <a:ext cx="210240" cy="191880"/>
          </a:xfrm>
          <a:custGeom>
            <a:avLst/>
            <a:gdLst/>
            <a:ahLst/>
            <a:rect l="0" t="0" r="r" b="b"/>
            <a:pathLst>
              <a:path w="584" h="533">
                <a:moveTo>
                  <a:pt x="525" y="0"/>
                </a:moveTo>
                <a:cubicBezTo>
                  <a:pt x="406" y="39"/>
                  <a:pt x="295" y="96"/>
                  <a:pt x="206" y="165"/>
                </a:cubicBezTo>
                <a:cubicBezTo>
                  <a:pt x="107" y="240"/>
                  <a:pt x="40" y="327"/>
                  <a:pt x="9" y="417"/>
                </a:cubicBezTo>
                <a:cubicBezTo>
                  <a:pt x="7" y="423"/>
                  <a:pt x="1" y="452"/>
                  <a:pt x="0" y="461"/>
                </a:cubicBezTo>
                <a:cubicBezTo>
                  <a:pt x="17" y="471"/>
                  <a:pt x="89" y="495"/>
                  <a:pt x="144" y="512"/>
                </a:cubicBezTo>
                <a:cubicBezTo>
                  <a:pt x="174" y="522"/>
                  <a:pt x="195" y="529"/>
                  <a:pt x="208" y="533"/>
                </a:cubicBezTo>
                <a:cubicBezTo>
                  <a:pt x="201" y="432"/>
                  <a:pt x="234" y="331"/>
                  <a:pt x="304" y="242"/>
                </a:cubicBezTo>
                <a:cubicBezTo>
                  <a:pt x="369" y="158"/>
                  <a:pt x="466" y="85"/>
                  <a:pt x="584" y="32"/>
                </a:cubicBezTo>
                <a:cubicBezTo>
                  <a:pt x="566" y="22"/>
                  <a:pt x="538" y="8"/>
                  <a:pt x="5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11691720" y="164880"/>
            <a:ext cx="170280" cy="253800"/>
          </a:xfrm>
          <a:custGeom>
            <a:avLst/>
            <a:gdLst/>
            <a:ahLst/>
            <a:rect l="0" t="0" r="r" b="b"/>
            <a:pathLst>
              <a:path w="473" h="705">
                <a:moveTo>
                  <a:pt x="415" y="0"/>
                </a:moveTo>
                <a:cubicBezTo>
                  <a:pt x="324" y="32"/>
                  <a:pt x="251" y="83"/>
                  <a:pt x="188" y="130"/>
                </a:cubicBezTo>
                <a:cubicBezTo>
                  <a:pt x="114" y="185"/>
                  <a:pt x="61" y="248"/>
                  <a:pt x="30" y="318"/>
                </a:cubicBezTo>
                <a:cubicBezTo>
                  <a:pt x="9" y="365"/>
                  <a:pt x="-1" y="415"/>
                  <a:pt x="0" y="466"/>
                </a:cubicBezTo>
                <a:cubicBezTo>
                  <a:pt x="0" y="515"/>
                  <a:pt x="11" y="562"/>
                  <a:pt x="32" y="609"/>
                </a:cubicBezTo>
                <a:cubicBezTo>
                  <a:pt x="49" y="621"/>
                  <a:pt x="226" y="691"/>
                  <a:pt x="285" y="705"/>
                </a:cubicBezTo>
                <a:cubicBezTo>
                  <a:pt x="234" y="638"/>
                  <a:pt x="201" y="569"/>
                  <a:pt x="186" y="504"/>
                </a:cubicBezTo>
                <a:cubicBezTo>
                  <a:pt x="171" y="441"/>
                  <a:pt x="172" y="379"/>
                  <a:pt x="190" y="320"/>
                </a:cubicBezTo>
                <a:cubicBezTo>
                  <a:pt x="213" y="245"/>
                  <a:pt x="263" y="175"/>
                  <a:pt x="335" y="116"/>
                </a:cubicBezTo>
                <a:cubicBezTo>
                  <a:pt x="374" y="84"/>
                  <a:pt x="419" y="58"/>
                  <a:pt x="473" y="42"/>
                </a:cubicBezTo>
                <a:cubicBezTo>
                  <a:pt x="457" y="35"/>
                  <a:pt x="430" y="8"/>
                  <a:pt x="41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11788560" y="216360"/>
            <a:ext cx="154080" cy="243000"/>
          </a:xfrm>
          <a:custGeom>
            <a:avLst/>
            <a:gdLst/>
            <a:ahLst/>
            <a:rect l="0" t="0" r="r" b="b"/>
            <a:pathLst>
              <a:path w="428" h="675">
                <a:moveTo>
                  <a:pt x="186" y="0"/>
                </a:moveTo>
                <a:cubicBezTo>
                  <a:pt x="184" y="0"/>
                  <a:pt x="177" y="3"/>
                  <a:pt x="163" y="13"/>
                </a:cubicBezTo>
                <a:cubicBezTo>
                  <a:pt x="136" y="31"/>
                  <a:pt x="98" y="62"/>
                  <a:pt x="78" y="85"/>
                </a:cubicBezTo>
                <a:cubicBezTo>
                  <a:pt x="43" y="125"/>
                  <a:pt x="19" y="170"/>
                  <a:pt x="8" y="218"/>
                </a:cubicBezTo>
                <a:cubicBezTo>
                  <a:pt x="-16" y="321"/>
                  <a:pt x="14" y="434"/>
                  <a:pt x="93" y="535"/>
                </a:cubicBezTo>
                <a:cubicBezTo>
                  <a:pt x="135" y="588"/>
                  <a:pt x="170" y="625"/>
                  <a:pt x="215" y="663"/>
                </a:cubicBezTo>
                <a:cubicBezTo>
                  <a:pt x="229" y="666"/>
                  <a:pt x="314" y="670"/>
                  <a:pt x="377" y="673"/>
                </a:cubicBezTo>
                <a:cubicBezTo>
                  <a:pt x="399" y="674"/>
                  <a:pt x="416" y="675"/>
                  <a:pt x="428" y="675"/>
                </a:cubicBezTo>
                <a:cubicBezTo>
                  <a:pt x="360" y="628"/>
                  <a:pt x="302" y="580"/>
                  <a:pt x="267" y="540"/>
                </a:cubicBezTo>
                <a:cubicBezTo>
                  <a:pt x="221" y="489"/>
                  <a:pt x="187" y="434"/>
                  <a:pt x="165" y="377"/>
                </a:cubicBezTo>
                <a:cubicBezTo>
                  <a:pt x="143" y="319"/>
                  <a:pt x="136" y="263"/>
                  <a:pt x="143" y="210"/>
                </a:cubicBezTo>
                <a:cubicBezTo>
                  <a:pt x="152" y="147"/>
                  <a:pt x="182" y="86"/>
                  <a:pt x="231" y="39"/>
                </a:cubicBezTo>
                <a:cubicBezTo>
                  <a:pt x="230" y="39"/>
                  <a:pt x="197" y="3"/>
                  <a:pt x="18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1600560" y="6544080"/>
            <a:ext cx="4100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eff"/>
                </a:solidFill>
                <a:latin typeface="SourceSans3"/>
                <a:ea typeface="SourceSans3"/>
              </a:rPr>
              <a:t>Dark Theme Reference · Internal · © Woodmark Consulting GmbH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11551320" y="595080"/>
            <a:ext cx="4914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fff"/>
                </a:solidFill>
                <a:latin typeface="RobotoSlab"/>
                <a:ea typeface="RobotoSlab"/>
              </a:rPr>
              <a:t>Passion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11557080" y="760320"/>
            <a:ext cx="4791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fff"/>
                </a:solidFill>
                <a:latin typeface="RobotoSlab"/>
                <a:ea typeface="RobotoSlab"/>
              </a:rPr>
              <a:t>for data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204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1590480" y="0"/>
            <a:ext cx="10601640" cy="6858000"/>
          </a:xfrm>
          <a:custGeom>
            <a:avLst/>
            <a:gdLst/>
            <a:ahLst/>
            <a:rect l="0" t="0" r="r" b="b"/>
            <a:pathLst>
              <a:path w="29449" h="19050">
                <a:moveTo>
                  <a:pt x="0" y="0"/>
                </a:moveTo>
                <a:lnTo>
                  <a:pt x="29449" y="0"/>
                </a:lnTo>
                <a:lnTo>
                  <a:pt x="29449" y="19050"/>
                </a:lnTo>
                <a:lnTo>
                  <a:pt x="1693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2d5c4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1428480" y="0"/>
            <a:ext cx="686160" cy="6858000"/>
          </a:xfrm>
          <a:custGeom>
            <a:avLst/>
            <a:gdLst/>
            <a:ahLst/>
            <a:rect l="0" t="0" r="r" b="b"/>
            <a:pathLst>
              <a:path w="1906" h="19050">
                <a:moveTo>
                  <a:pt x="0" y="0"/>
                </a:moveTo>
                <a:lnTo>
                  <a:pt x="212" y="0"/>
                </a:lnTo>
                <a:lnTo>
                  <a:pt x="1906" y="19050"/>
                </a:lnTo>
                <a:lnTo>
                  <a:pt x="1695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4605480" y="2534760"/>
            <a:ext cx="3019680" cy="754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500" spc="-1" strike="noStrike">
                <a:solidFill>
                  <a:srgbClr val="fffeff"/>
                </a:solidFill>
                <a:latin typeface="RobotoSlab"/>
                <a:ea typeface="RobotoSlab"/>
              </a:rPr>
              <a:t>Thank You</a:t>
            </a:r>
            <a:endParaRPr b="0" lang="en-US" sz="4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4016160" y="3559680"/>
            <a:ext cx="4173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fffeff"/>
                </a:solidFill>
                <a:latin typeface="RobotoSlab"/>
                <a:ea typeface="RobotoSlab"/>
              </a:rPr>
              <a:t>Questions? Comments? Feedback?</a:t>
            </a:r>
            <a:endParaRPr b="0" lang="en-US" sz="2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0" y="6438600"/>
            <a:ext cx="12192120" cy="419400"/>
          </a:xfrm>
          <a:custGeom>
            <a:avLst/>
            <a:gdLst/>
            <a:ahLst/>
            <a:rect l="0" t="0" r="r" b="b"/>
            <a:pathLst>
              <a:path w="33867" h="1165">
                <a:moveTo>
                  <a:pt x="0" y="0"/>
                </a:moveTo>
                <a:lnTo>
                  <a:pt x="33867" y="0"/>
                </a:lnTo>
                <a:lnTo>
                  <a:pt x="3386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204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3958920" y="4116600"/>
            <a:ext cx="490176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e7f3e8"/>
                </a:solidFill>
                <a:latin typeface="SourceSans3"/>
                <a:ea typeface="SourceSans3"/>
              </a:rPr>
              <a:t>Woodmark Consulting · Data &amp; AI Practice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609480" y="6544080"/>
            <a:ext cx="677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eff"/>
                </a:solidFill>
                <a:latin typeface="SourceSans3"/>
                <a:ea typeface="SourceSans3"/>
              </a:rPr>
              <a:t>17.06.2026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11255400" y="0"/>
            <a:ext cx="955440" cy="1028880"/>
          </a:xfrm>
          <a:custGeom>
            <a:avLst/>
            <a:gdLst/>
            <a:ahLst/>
            <a:rect l="0" t="0" r="r" b="b"/>
            <a:pathLst>
              <a:path w="2654" h="2858">
                <a:moveTo>
                  <a:pt x="0" y="0"/>
                </a:moveTo>
                <a:lnTo>
                  <a:pt x="2654" y="0"/>
                </a:lnTo>
                <a:lnTo>
                  <a:pt x="2654" y="2858"/>
                </a:lnTo>
                <a:lnTo>
                  <a:pt x="459" y="2858"/>
                </a:lnTo>
                <a:lnTo>
                  <a:pt x="0" y="0"/>
                </a:lnTo>
                <a:close/>
              </a:path>
            </a:pathLst>
          </a:custGeom>
          <a:solidFill>
            <a:srgbClr val="009b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11584080" y="151920"/>
            <a:ext cx="210240" cy="191880"/>
          </a:xfrm>
          <a:custGeom>
            <a:avLst/>
            <a:gdLst/>
            <a:ahLst/>
            <a:rect l="0" t="0" r="r" b="b"/>
            <a:pathLst>
              <a:path w="584" h="533">
                <a:moveTo>
                  <a:pt x="525" y="0"/>
                </a:moveTo>
                <a:cubicBezTo>
                  <a:pt x="406" y="39"/>
                  <a:pt x="295" y="96"/>
                  <a:pt x="206" y="165"/>
                </a:cubicBezTo>
                <a:cubicBezTo>
                  <a:pt x="107" y="240"/>
                  <a:pt x="40" y="327"/>
                  <a:pt x="9" y="417"/>
                </a:cubicBezTo>
                <a:cubicBezTo>
                  <a:pt x="7" y="423"/>
                  <a:pt x="1" y="452"/>
                  <a:pt x="0" y="461"/>
                </a:cubicBezTo>
                <a:cubicBezTo>
                  <a:pt x="17" y="471"/>
                  <a:pt x="89" y="495"/>
                  <a:pt x="144" y="512"/>
                </a:cubicBezTo>
                <a:cubicBezTo>
                  <a:pt x="174" y="522"/>
                  <a:pt x="195" y="529"/>
                  <a:pt x="208" y="533"/>
                </a:cubicBezTo>
                <a:cubicBezTo>
                  <a:pt x="201" y="432"/>
                  <a:pt x="234" y="331"/>
                  <a:pt x="304" y="242"/>
                </a:cubicBezTo>
                <a:cubicBezTo>
                  <a:pt x="369" y="158"/>
                  <a:pt x="466" y="85"/>
                  <a:pt x="584" y="32"/>
                </a:cubicBezTo>
                <a:cubicBezTo>
                  <a:pt x="566" y="22"/>
                  <a:pt x="538" y="8"/>
                  <a:pt x="5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11691720" y="164880"/>
            <a:ext cx="170280" cy="253800"/>
          </a:xfrm>
          <a:custGeom>
            <a:avLst/>
            <a:gdLst/>
            <a:ahLst/>
            <a:rect l="0" t="0" r="r" b="b"/>
            <a:pathLst>
              <a:path w="473" h="705">
                <a:moveTo>
                  <a:pt x="415" y="0"/>
                </a:moveTo>
                <a:cubicBezTo>
                  <a:pt x="324" y="32"/>
                  <a:pt x="251" y="83"/>
                  <a:pt x="188" y="130"/>
                </a:cubicBezTo>
                <a:cubicBezTo>
                  <a:pt x="114" y="185"/>
                  <a:pt x="61" y="248"/>
                  <a:pt x="30" y="318"/>
                </a:cubicBezTo>
                <a:cubicBezTo>
                  <a:pt x="9" y="365"/>
                  <a:pt x="-1" y="415"/>
                  <a:pt x="0" y="466"/>
                </a:cubicBezTo>
                <a:cubicBezTo>
                  <a:pt x="0" y="515"/>
                  <a:pt x="11" y="562"/>
                  <a:pt x="32" y="609"/>
                </a:cubicBezTo>
                <a:cubicBezTo>
                  <a:pt x="49" y="621"/>
                  <a:pt x="226" y="691"/>
                  <a:pt x="285" y="705"/>
                </a:cubicBezTo>
                <a:cubicBezTo>
                  <a:pt x="234" y="638"/>
                  <a:pt x="201" y="569"/>
                  <a:pt x="186" y="504"/>
                </a:cubicBezTo>
                <a:cubicBezTo>
                  <a:pt x="171" y="441"/>
                  <a:pt x="172" y="379"/>
                  <a:pt x="190" y="320"/>
                </a:cubicBezTo>
                <a:cubicBezTo>
                  <a:pt x="213" y="245"/>
                  <a:pt x="263" y="175"/>
                  <a:pt x="335" y="116"/>
                </a:cubicBezTo>
                <a:cubicBezTo>
                  <a:pt x="374" y="84"/>
                  <a:pt x="419" y="58"/>
                  <a:pt x="473" y="42"/>
                </a:cubicBezTo>
                <a:cubicBezTo>
                  <a:pt x="457" y="35"/>
                  <a:pt x="430" y="8"/>
                  <a:pt x="41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11788560" y="216360"/>
            <a:ext cx="154080" cy="243000"/>
          </a:xfrm>
          <a:custGeom>
            <a:avLst/>
            <a:gdLst/>
            <a:ahLst/>
            <a:rect l="0" t="0" r="r" b="b"/>
            <a:pathLst>
              <a:path w="428" h="675">
                <a:moveTo>
                  <a:pt x="186" y="0"/>
                </a:moveTo>
                <a:cubicBezTo>
                  <a:pt x="184" y="0"/>
                  <a:pt x="177" y="3"/>
                  <a:pt x="163" y="13"/>
                </a:cubicBezTo>
                <a:cubicBezTo>
                  <a:pt x="136" y="31"/>
                  <a:pt x="98" y="62"/>
                  <a:pt x="78" y="85"/>
                </a:cubicBezTo>
                <a:cubicBezTo>
                  <a:pt x="43" y="125"/>
                  <a:pt x="19" y="170"/>
                  <a:pt x="8" y="218"/>
                </a:cubicBezTo>
                <a:cubicBezTo>
                  <a:pt x="-16" y="321"/>
                  <a:pt x="14" y="434"/>
                  <a:pt x="93" y="535"/>
                </a:cubicBezTo>
                <a:cubicBezTo>
                  <a:pt x="135" y="588"/>
                  <a:pt x="170" y="625"/>
                  <a:pt x="215" y="663"/>
                </a:cubicBezTo>
                <a:cubicBezTo>
                  <a:pt x="229" y="666"/>
                  <a:pt x="314" y="670"/>
                  <a:pt x="377" y="673"/>
                </a:cubicBezTo>
                <a:cubicBezTo>
                  <a:pt x="399" y="674"/>
                  <a:pt x="416" y="675"/>
                  <a:pt x="428" y="675"/>
                </a:cubicBezTo>
                <a:cubicBezTo>
                  <a:pt x="360" y="628"/>
                  <a:pt x="302" y="580"/>
                  <a:pt x="267" y="540"/>
                </a:cubicBezTo>
                <a:cubicBezTo>
                  <a:pt x="221" y="489"/>
                  <a:pt x="187" y="434"/>
                  <a:pt x="165" y="377"/>
                </a:cubicBezTo>
                <a:cubicBezTo>
                  <a:pt x="143" y="319"/>
                  <a:pt x="136" y="263"/>
                  <a:pt x="143" y="210"/>
                </a:cubicBezTo>
                <a:cubicBezTo>
                  <a:pt x="152" y="147"/>
                  <a:pt x="182" y="86"/>
                  <a:pt x="231" y="39"/>
                </a:cubicBezTo>
                <a:cubicBezTo>
                  <a:pt x="230" y="39"/>
                  <a:pt x="197" y="3"/>
                  <a:pt x="18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1600560" y="6544080"/>
            <a:ext cx="4100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eff"/>
                </a:solidFill>
                <a:latin typeface="SourceSans3"/>
                <a:ea typeface="SourceSans3"/>
              </a:rPr>
              <a:t>Dark Theme Reference · Internal · © Woodmark Consulting GmbH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11551320" y="595080"/>
            <a:ext cx="4914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fff"/>
                </a:solidFill>
                <a:latin typeface="RobotoSlab"/>
                <a:ea typeface="RobotoSlab"/>
              </a:rPr>
              <a:t>Passion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11557080" y="760320"/>
            <a:ext cx="4791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fffff"/>
                </a:solidFill>
                <a:latin typeface="RobotoSlab"/>
                <a:ea typeface="RobotoSlab"/>
              </a:rPr>
              <a:t>for data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